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ink/ink1.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3"/>
    <p:sldMasterId id="2147483672" r:id="rId4"/>
    <p:sldMasterId id="2147483684" r:id="rId5"/>
    <p:sldMasterId id="2147483696" r:id="rId6"/>
  </p:sldMasterIdLst>
  <p:sldIdLst>
    <p:sldId id="272" r:id="rId7"/>
    <p:sldId id="258" r:id="rId8"/>
    <p:sldId id="269" r:id="rId9"/>
    <p:sldId id="265" r:id="rId10"/>
    <p:sldId id="261" r:id="rId11"/>
    <p:sldId id="267" r:id="rId12"/>
    <p:sldId id="262" r:id="rId13"/>
    <p:sldId id="264" r:id="rId14"/>
    <p:sldId id="273" r:id="rId15"/>
    <p:sldId id="276" r:id="rId16"/>
    <p:sldId id="274" r:id="rId17"/>
    <p:sldId id="277" r:id="rId18"/>
    <p:sldId id="278" r:id="rId19"/>
    <p:sldId id="280" r:id="rId20"/>
    <p:sldId id="279" r:id="rId21"/>
    <p:sldId id="282" r:id="rId22"/>
    <p:sldId id="281" r:id="rId23"/>
    <p:sldId id="283" r:id="rId24"/>
    <p:sldId id="306" r:id="rId25"/>
    <p:sldId id="307" r:id="rId26"/>
    <p:sldId id="309" r:id="rId27"/>
    <p:sldId id="310" r:id="rId28"/>
    <p:sldId id="311" r:id="rId29"/>
    <p:sldId id="312" r:id="rId30"/>
    <p:sldId id="313" r:id="rId31"/>
    <p:sldId id="314" r:id="rId32"/>
    <p:sldId id="316" r:id="rId33"/>
    <p:sldId id="317" r:id="rId34"/>
    <p:sldId id="318" r:id="rId35"/>
    <p:sldId id="319" r:id="rId36"/>
    <p:sldId id="320" r:id="rId37"/>
    <p:sldId id="321" r:id="rId38"/>
    <p:sldId id="333" r:id="rId39"/>
    <p:sldId id="334" r:id="rId40"/>
    <p:sldId id="322" r:id="rId41"/>
    <p:sldId id="323" r:id="rId42"/>
    <p:sldId id="324" r:id="rId43"/>
    <p:sldId id="325" r:id="rId44"/>
    <p:sldId id="326" r:id="rId45"/>
    <p:sldId id="327" r:id="rId46"/>
    <p:sldId id="328" r:id="rId47"/>
    <p:sldId id="301" r:id="rId48"/>
    <p:sldId id="266" r:id="rId49"/>
    <p:sldId id="260" r:id="rId50"/>
    <p:sldId id="270" r:id="rId5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5" userDrawn="1">
          <p15:clr>
            <a:srgbClr val="A4A3A4"/>
          </p15:clr>
        </p15:guide>
        <p15:guide id="2" pos="383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ll" initials="d"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FF"/>
    <a:srgbClr val="66CCFF"/>
    <a:srgbClr val="0033CC"/>
    <a:srgbClr val="660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inimized" horzBarState="maximized">
    <p:restoredLeft sz="0" autoAdjust="0"/>
    <p:restoredTop sz="96247" autoAdjust="0"/>
  </p:normalViewPr>
  <p:slideViewPr>
    <p:cSldViewPr snapToGrid="0" showGuides="1">
      <p:cViewPr varScale="1">
        <p:scale>
          <a:sx n="89" d="100"/>
          <a:sy n="89" d="100"/>
        </p:scale>
        <p:origin x="1068" y="90"/>
      </p:cViewPr>
      <p:guideLst>
        <p:guide orient="horz" pos="2185"/>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slide" Target="slides/slide1.xml"/><Relationship Id="rId6" Type="http://schemas.openxmlformats.org/officeDocument/2006/relationships/slideMaster" Target="slideMasters/slideMaster5.xml"/><Relationship Id="rId55" Type="http://schemas.openxmlformats.org/officeDocument/2006/relationships/commentAuthors" Target="commentAuthors.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slide" Target="slides/slide45.xml"/><Relationship Id="rId50" Type="http://schemas.openxmlformats.org/officeDocument/2006/relationships/slide" Target="slides/slide44.xml"/><Relationship Id="rId5" Type="http://schemas.openxmlformats.org/officeDocument/2006/relationships/slideMaster" Target="slideMasters/slideMaster4.xml"/><Relationship Id="rId49" Type="http://schemas.openxmlformats.org/officeDocument/2006/relationships/slide" Target="slides/slide43.xml"/><Relationship Id="rId48" Type="http://schemas.openxmlformats.org/officeDocument/2006/relationships/slide" Target="slides/slide42.xml"/><Relationship Id="rId47" Type="http://schemas.openxmlformats.org/officeDocument/2006/relationships/slide" Target="slides/slide41.xml"/><Relationship Id="rId46" Type="http://schemas.openxmlformats.org/officeDocument/2006/relationships/slide" Target="slides/slide40.xml"/><Relationship Id="rId45" Type="http://schemas.openxmlformats.org/officeDocument/2006/relationships/slide" Target="slides/slide39.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6"/>
    </inkml:context>
    <inkml:brush xml:id="br0">
      <inkml:brushProperty name="width" value="0.1" units="cm"/>
      <inkml:brushProperty name="height" value="0.1" units="cm"/>
      <inkml:brushProperty name="color" value="#ffffff"/>
    </inkml:brush>
  </inkml:definitions>
  <inkml:trace contextRef="#ctx0" brushRef="#br0">645.000 59.000 24575,'18.000'0.000'0,"0.000"0.000"0,0.000-2.000 0,0.000 0.000 0,0.000-1.000 0,0.000-1.000 0,18.000-7.000 0,-36.000 11.000 0,0.000 0.000 0,-1.000 0.000 0,1.000 0.000 0,0.000 0.000 0,0.000 0.000 0,0.000 0.000 0,0.000 0.000 0,0.000 0.000 0,0.000 0.000 0,0.000 0.000 0,0.000 0.000 0,0.000 0.000 0,0.000 0.000 0,0.000 0.000 0,0.000 0.000 0,0.000 0.000 0,0.000 0.000 0,0.000 0.000 0,-1.000 0.000 0,1.000 0.000 0,0.000 0.000 0,0.000 0.000 0,0.000 0.000 0,0.000 0.000 0,0.000 0.000 0,0.000 0.000 0,0.000 0.000 0,0.000-1.000 0,0.000 1.000 0,0.000 0.000 0,0.000 0.000 0,0.000 0.000 0,0.000 0.000 0,0.000 0.000 0,0.000 0.000 0,0.000 0.000 0,0.000 0.000 0,0.000 0.000 0,0.000 0.000 0,0.000 0.000 0,0.000 0.000 0,0.000 0.000 0,0.000 0.000 0,0.000-1.000 0,0.000 1.000 0,0.000 0.000 0,0.000 0.000 0,0.000 0.000 0,0.000 0.000 0,0.000 0.000 0,0.000 0.000 0,0.000 0.000 0,0.000 0.000 0,0.000 0.000 0,0.000 0.000 0,0.000 0.000 0,0.000 0.000 0,0.000 0.000 0,1.000 0.000 0,-13.000-3.000 0,-14.000 2.000 0,-280.000 2.000 0,467.000 11.000 0,144.000 4.000 0,-195.000-14.000 0,108.000-5.000 0,-198.000-2.000 0,-20.000 5.000 0,0.000 0.000 0,0.000-1.000 0,0.000 1.000 0,0.000 0.000 0,0.000 0.000 0,0.000 0.000 0,0.000-1.000 0,0.000 1.000 0,0.000 0.000 0,0.000 0.000 0,0.000-1.000 0,0.000 1.000 0,0.000 0.000 0,0.000 0.000 0,0.000-1.000 0,0.000 1.000 0,0.000 0.000 0,0.000 0.000 0,0.000 0.000 0,-1.000-1.000 0,1.000 1.000 0,0.000 0.000 0,0.000 0.000 0,0.000 0.000 0,0.000-1.000 0,0.000 1.000 0,0.000 0.000 0,-1.000 0.000 0,1.000 0.000 0,0.000 0.000 0,0.000-1.000 0,0.000 1.000 0,-1.000 0.000 0,1.000 0.000 0,0.000 0.000 0,0.000 0.000 0,0.000 0.000 0,-1.000 0.000 0,1.000 0.000 0,-4.000-2.000 0,0.000 0.000 0,0.000 0.000 0,0.000 0.000 0,0.000 1.000 0,0.000 0.000 0,-7.000-1.000 0,-64.000-4.000 0,-120.000 6.000 0,77.000 2.000 0,2.000 0.000 0,-120.000-4.000 0,156.000-4.000 0,-53.000-2.000 0,-11.000-7.000 0,108.000 16.000-47,22.000 0.000-283,-1.000 0.000 1,1.000-1.000-1,-28.000-5.000 1</inkml:trace>
</inkml:ink>
</file>

<file path=ppt/ink/ink2.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7"/>
    </inkml:context>
    <inkml:brush xml:id="br0">
      <inkml:brushProperty name="width" value="0.1" units="cm"/>
      <inkml:brushProperty name="height" value="0.1" units="cm"/>
      <inkml:brushProperty name="color" value="#ffffff"/>
    </inkml:brush>
  </inkml:definitions>
  <inkml:trace contextRef="#ctx0" brushRef="#br0">156.000 0.000 24575,'-2.000'0.000'0,"-4.000"0.000"0,-3.000 3.000 0,-2.000 0.000 0,-1.000 0.000 0,-2.000 2.000 0,-1.000 0.000 0,0.000 1.000 0,1.000 3.000 0,-1.000 2.000 0,1.000 1.000 0,-1.000 1.000 0,1.000 1.000 0</inkml:trace>
</inkml:ink>
</file>

<file path=ppt/ink/ink3.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8"/>
    </inkml:context>
    <inkml:brush xml:id="br0">
      <inkml:brushProperty name="width" value="0.1" units="cm"/>
      <inkml:brushProperty name="height" value="0.1" units="cm"/>
      <inkml:brushProperty name="color" value="#ffffff"/>
    </inkml:brush>
  </inkml:definitions>
  <inkml:trace contextRef="#ctx0" brushRef="#br0">1.000 52.000 24575,'2.000'-2.000'0,"3.000"-2.000"0,4.000 1.000 0,2.000 1.000 0,2.000 0.000 0,3.000-2.000 0,2.000 1.000 0,0.000-1.000 0,-1.000 2.000 0,-1.000 0.000 0,0.000 1.000 0,-1.000-2.000 0,-1.000 0.000 0,0.000-5.000 0,0.000 0.000 0</inkml:trace>
</inkml:ink>
</file>

<file path=ppt/ink/ink4.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10"/>
    </inkml:context>
    <inkml:brush xml:id="br0">
      <inkml:brushProperty name="width" value="0.1" units="cm"/>
      <inkml:brushProperty name="height" value="0.1" units="cm"/>
      <inkml:brushProperty name="color" value="#ffffff"/>
    </inkml:brush>
  </inkml:definitions>
  <inkml:trace contextRef="#ctx0" brushRef="#br0">1.000 0.000 24575,'0.000'0.000'-8191</inkml:trace>
</inkml:ink>
</file>

<file path=ppt/ink/ink5.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6"/>
    </inkml:context>
    <inkml:brush xml:id="br0">
      <inkml:brushProperty name="width" value="0.1" units="cm"/>
      <inkml:brushProperty name="height" value="0.1" units="cm"/>
      <inkml:brushProperty name="color" value="#ffffff"/>
    </inkml:brush>
  </inkml:definitions>
  <inkml:trace contextRef="#ctx0" brushRef="#br0">645.000 59.000 24575,'18.000'0.000'0,"0.000"0.000"0,0.000-2.000 0,0.000 0.000 0,0.000-1.000 0,0.000-1.000 0,18.000-7.000 0,-36.000 11.000 0,0.000 0.000 0,-1.000 0.000 0,1.000 0.000 0,0.000 0.000 0,0.000 0.000 0,0.000 0.000 0,0.000 0.000 0,0.000 0.000 0,0.000 0.000 0,0.000 0.000 0,0.000 0.000 0,0.000 0.000 0,0.000 0.000 0,0.000 0.000 0,0.000 0.000 0,0.000 0.000 0,0.000 0.000 0,0.000 0.000 0,-1.000 0.000 0,1.000 0.000 0,0.000 0.000 0,0.000 0.000 0,0.000 0.000 0,0.000 0.000 0,0.000 0.000 0,0.000 0.000 0,0.000 0.000 0,0.000-1.000 0,0.000 1.000 0,0.000 0.000 0,0.000 0.000 0,0.000 0.000 0,0.000 0.000 0,0.000 0.000 0,0.000 0.000 0,0.000 0.000 0,0.000 0.000 0,0.000 0.000 0,0.000 0.000 0,0.000 0.000 0,0.000 0.000 0,0.000 0.000 0,0.000 0.000 0,0.000-1.000 0,0.000 1.000 0,0.000 0.000 0,0.000 0.000 0,0.000 0.000 0,0.000 0.000 0,0.000 0.000 0,0.000 0.000 0,0.000 0.000 0,0.000 0.000 0,0.000 0.000 0,0.000 0.000 0,0.000 0.000 0,0.000 0.000 0,0.000 0.000 0,1.000 0.000 0,-13.000-3.000 0,-14.000 2.000 0,-280.000 2.000 0,467.000 11.000 0,144.000 4.000 0,-195.000-14.000 0,108.000-5.000 0,-198.000-2.000 0,-20.000 5.000 0,0.000 0.000 0,0.000-1.000 0,0.000 1.000 0,0.000 0.000 0,0.000 0.000 0,0.000 0.000 0,0.000-1.000 0,0.000 1.000 0,0.000 0.000 0,0.000 0.000 0,0.000-1.000 0,0.000 1.000 0,0.000 0.000 0,0.000 0.000 0,0.000-1.000 0,0.000 1.000 0,0.000 0.000 0,0.000 0.000 0,0.000 0.000 0,-1.000-1.000 0,1.000 1.000 0,0.000 0.000 0,0.000 0.000 0,0.000 0.000 0,0.000-1.000 0,0.000 1.000 0,0.000 0.000 0,-1.000 0.000 0,1.000 0.000 0,0.000 0.000 0,0.000-1.000 0,0.000 1.000 0,-1.000 0.000 0,1.000 0.000 0,0.000 0.000 0,0.000 0.000 0,0.000 0.000 0,-1.000 0.000 0,1.000 0.000 0,-4.000-2.000 0,0.000 0.000 0,0.000 0.000 0,0.000 0.000 0,0.000 1.000 0,0.000 0.000 0,-7.000-1.000 0,-64.000-4.000 0,-120.000 6.000 0,77.000 2.000 0,2.000 0.000 0,-120.000-4.000 0,156.000-4.000 0,-53.000-2.000 0,-11.000-7.000 0,108.000 16.000-47,22.000 0.000-283,-1.000 0.000 1,1.000-1.000-1,-28.000-5.000 1</inkml:trace>
</inkml:ink>
</file>

<file path=ppt/ink/ink6.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7"/>
    </inkml:context>
    <inkml:brush xml:id="br0">
      <inkml:brushProperty name="width" value="0.1" units="cm"/>
      <inkml:brushProperty name="height" value="0.1" units="cm"/>
      <inkml:brushProperty name="color" value="#ffffff"/>
    </inkml:brush>
  </inkml:definitions>
  <inkml:trace contextRef="#ctx0" brushRef="#br0">156.000 0.000 24575,'-2.000'0.000'0,"-4.000"0.000"0,-3.000 3.000 0,-2.000 0.000 0,-1.000 0.000 0,-2.000 2.000 0,-1.000 0.000 0,0.000 1.000 0,1.000 3.000 0,-1.000 2.000 0,1.000 1.000 0,-1.000 1.000 0,1.000 1.000 0</inkml:trace>
</inkml:ink>
</file>

<file path=ppt/ink/ink7.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8"/>
    </inkml:context>
    <inkml:brush xml:id="br0">
      <inkml:brushProperty name="width" value="0.1" units="cm"/>
      <inkml:brushProperty name="height" value="0.1" units="cm"/>
      <inkml:brushProperty name="color" value="#ffffff"/>
    </inkml:brush>
  </inkml:definitions>
  <inkml:trace contextRef="#ctx0" brushRef="#br0">1.000 52.000 24575,'2.000'-2.000'0,"3.000"-2.000"0,4.000 1.000 0,2.000 1.000 0,2.000 0.000 0,3.000-2.000 0,2.000 1.000 0,0.000-1.000 0,-1.000 2.000 0,-1.000 0.000 0,0.000 1.000 0,-1.000-2.000 0,-1.000 0.000 0,0.000-5.000 0,0.000 0.000 0</inkml:trace>
</inkml:ink>
</file>

<file path=ppt/ink/ink8.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10"/>
    </inkml:context>
    <inkml:brush xml:id="br0">
      <inkml:brushProperty name="width" value="0.1" units="cm"/>
      <inkml:brushProperty name="height" value="0.1" units="cm"/>
      <inkml:brushProperty name="color" value="#ffffff"/>
    </inkml:brush>
  </inkml:definitions>
  <inkml:trace contextRef="#ctx0" brushRef="#br0">1.000 0.000 24575,'0.000'0.000'-8191</inkml:trace>
</inkml:ink>
</file>

<file path=ppt/ink/ink9.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6"/>
    </inkml:context>
    <inkml:brush xml:id="br0">
      <inkml:brushProperty name="width" value="0.1" units="cm"/>
      <inkml:brushProperty name="height" value="0.1" units="cm"/>
      <inkml:brushProperty name="color" value="#ffffff"/>
    </inkml:brush>
  </inkml:definitions>
  <inkml:trace contextRef="#ctx0" brushRef="#br0">645.000 59.000 24575,'18.000'0.000'0,"0.000"0.000"0,0.000-2.000 0,0.000 0.000 0,0.000-1.000 0,0.000-1.000 0,18.000-7.000 0,-36.000 11.000 0,0.000 0.000 0,-1.000 0.000 0,1.000 0.000 0,0.000 0.000 0,0.000 0.000 0,0.000 0.000 0,0.000 0.000 0,0.000 0.000 0,0.000 0.000 0,0.000 0.000 0,0.000 0.000 0,0.000 0.000 0,0.000 0.000 0,0.000 0.000 0,0.000 0.000 0,0.000 0.000 0,0.000 0.000 0,0.000 0.000 0,-1.000 0.000 0,1.000 0.000 0,0.000 0.000 0,0.000 0.000 0,0.000 0.000 0,0.000 0.000 0,0.000 0.000 0,0.000 0.000 0,0.000 0.000 0,0.000-1.000 0,0.000 1.000 0,0.000 0.000 0,0.000 0.000 0,0.000 0.000 0,0.000 0.000 0,0.000 0.000 0,0.000 0.000 0,0.000 0.000 0,0.000 0.000 0,0.000 0.000 0,0.000 0.000 0,0.000 0.000 0,0.000 0.000 0,0.000 0.000 0,0.000 0.000 0,0.000-1.000 0,0.000 1.000 0,0.000 0.000 0,0.000 0.000 0,0.000 0.000 0,0.000 0.000 0,0.000 0.000 0,0.000 0.000 0,0.000 0.000 0,0.000 0.000 0,0.000 0.000 0,0.000 0.000 0,0.000 0.000 0,0.000 0.000 0,0.000 0.000 0,1.000 0.000 0,-13.000-3.000 0,-14.000 2.000 0,-280.000 2.000 0,467.000 11.000 0,144.000 4.000 0,-195.000-14.000 0,108.000-5.000 0,-198.000-2.000 0,-20.000 5.000 0,0.000 0.000 0,0.000-1.000 0,0.000 1.000 0,0.000 0.000 0,0.000 0.000 0,0.000 0.000 0,0.000-1.000 0,0.000 1.000 0,0.000 0.000 0,0.000 0.000 0,0.000-1.000 0,0.000 1.000 0,0.000 0.000 0,0.000 0.000 0,0.000-1.000 0,0.000 1.000 0,0.000 0.000 0,0.000 0.000 0,0.000 0.000 0,-1.000-1.000 0,1.000 1.000 0,0.000 0.000 0,0.000 0.000 0,0.000 0.000 0,0.000-1.000 0,0.000 1.000 0,0.000 0.000 0,-1.000 0.000 0,1.000 0.000 0,0.000 0.000 0,0.000-1.000 0,0.000 1.000 0,-1.000 0.000 0,1.000 0.000 0,0.000 0.000 0,0.000 0.000 0,0.000 0.000 0,-1.000 0.000 0,1.000 0.000 0,-4.000-2.000 0,0.000 0.000 0,0.000 0.000 0,0.000 0.000 0,0.000 1.000 0,0.000 0.000 0,-7.000-1.000 0,-64.000-4.000 0,-120.000 6.000 0,77.000 2.000 0,2.000 0.000 0,-120.000-4.000 0,156.000-4.000 0,-53.000-2.000 0,-11.000-7.000 0,108.000 16.000-47,22.000 0.000-283,-1.000 0.000 1,1.000-1.000-1,-28.000-5.000 1</inkml:trace>
</inkml:ink>
</file>

<file path=ppt/ink/ink10.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7"/>
    </inkml:context>
    <inkml:brush xml:id="br0">
      <inkml:brushProperty name="width" value="0.1" units="cm"/>
      <inkml:brushProperty name="height" value="0.1" units="cm"/>
      <inkml:brushProperty name="color" value="#ffffff"/>
    </inkml:brush>
  </inkml:definitions>
  <inkml:trace contextRef="#ctx0" brushRef="#br0">156.000 0.000 24575,'-2.000'0.000'0,"-4.000"0.000"0,-3.000 3.000 0,-2.000 0.000 0,-1.000 0.000 0,-2.000 2.000 0,-1.000 0.000 0,0.000 1.000 0,1.000 3.000 0,-1.000 2.000 0,1.000 1.000 0,-1.000 1.000 0,1.000 1.000 0</inkml:trace>
</inkml:ink>
</file>

<file path=ppt/ink/ink11.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8"/>
    </inkml:context>
    <inkml:brush xml:id="br0">
      <inkml:brushProperty name="width" value="0.1" units="cm"/>
      <inkml:brushProperty name="height" value="0.1" units="cm"/>
      <inkml:brushProperty name="color" value="#ffffff"/>
    </inkml:brush>
  </inkml:definitions>
  <inkml:trace contextRef="#ctx0" brushRef="#br0">1.000 52.000 24575,'2.000'-2.000'0,"3.000"-2.000"0,4.000 1.000 0,2.000 1.000 0,2.000 0.000 0,3.000-2.000 0,2.000 1.000 0,0.000-1.000 0,-1.000 2.000 0,-1.000 0.000 0,0.000 1.000 0,-1.000-2.000 0,-1.000 0.000 0,0.000-5.000 0,0.000 0.000 0</inkml:trace>
</inkml:ink>
</file>

<file path=ppt/ink/ink12.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10"/>
    </inkml:context>
    <inkml:brush xml:id="br0">
      <inkml:brushProperty name="width" value="0.1" units="cm"/>
      <inkml:brushProperty name="height" value="0.1" units="cm"/>
      <inkml:brushProperty name="color" value="#ffffff"/>
    </inkml:brush>
  </inkml:definitions>
  <inkml:trace contextRef="#ctx0" brushRef="#br0">1.000 0.000 24575,'0.000'0.000'-8191</inkml:trace>
</inkml:ink>
</file>

<file path=ppt/ink/ink13.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6"/>
    </inkml:context>
    <inkml:brush xml:id="br0">
      <inkml:brushProperty name="width" value="0.1" units="cm"/>
      <inkml:brushProperty name="height" value="0.1" units="cm"/>
      <inkml:brushProperty name="color" value="#ffffff"/>
    </inkml:brush>
  </inkml:definitions>
  <inkml:trace contextRef="#ctx0" brushRef="#br0">645.000 59.000 24575,'18.000'0.000'0,"0.000"0.000"0,0.000-2.000 0,0.000 0.000 0,0.000-1.000 0,0.000-1.000 0,18.000-7.000 0,-36.000 11.000 0,0.000 0.000 0,-1.000 0.000 0,1.000 0.000 0,0.000 0.000 0,0.000 0.000 0,0.000 0.000 0,0.000 0.000 0,0.000 0.000 0,0.000 0.000 0,0.000 0.000 0,0.000 0.000 0,0.000 0.000 0,0.000 0.000 0,0.000 0.000 0,0.000 0.000 0,0.000 0.000 0,0.000 0.000 0,0.000 0.000 0,-1.000 0.000 0,1.000 0.000 0,0.000 0.000 0,0.000 0.000 0,0.000 0.000 0,0.000 0.000 0,0.000 0.000 0,0.000 0.000 0,0.000 0.000 0,0.000-1.000 0,0.000 1.000 0,0.000 0.000 0,0.000 0.000 0,0.000 0.000 0,0.000 0.000 0,0.000 0.000 0,0.000 0.000 0,0.000 0.000 0,0.000 0.000 0,0.000 0.000 0,0.000 0.000 0,0.000 0.000 0,0.000 0.000 0,0.000 0.000 0,0.000 0.000 0,0.000-1.000 0,0.000 1.000 0,0.000 0.000 0,0.000 0.000 0,0.000 0.000 0,0.000 0.000 0,0.000 0.000 0,0.000 0.000 0,0.000 0.000 0,0.000 0.000 0,0.000 0.000 0,0.000 0.000 0,0.000 0.000 0,0.000 0.000 0,0.000 0.000 0,1.000 0.000 0,-13.000-3.000 0,-14.000 2.000 0,-280.000 2.000 0,467.000 11.000 0,144.000 4.000 0,-195.000-14.000 0,108.000-5.000 0,-198.000-2.000 0,-20.000 5.000 0,0.000 0.000 0,0.000-1.000 0,0.000 1.000 0,0.000 0.000 0,0.000 0.000 0,0.000 0.000 0,0.000-1.000 0,0.000 1.000 0,0.000 0.000 0,0.000 0.000 0,0.000-1.000 0,0.000 1.000 0,0.000 0.000 0,0.000 0.000 0,0.000-1.000 0,0.000 1.000 0,0.000 0.000 0,0.000 0.000 0,0.000 0.000 0,-1.000-1.000 0,1.000 1.000 0,0.000 0.000 0,0.000 0.000 0,0.000 0.000 0,0.000-1.000 0,0.000 1.000 0,0.000 0.000 0,-1.000 0.000 0,1.000 0.000 0,0.000 0.000 0,0.000-1.000 0,0.000 1.000 0,-1.000 0.000 0,1.000 0.000 0,0.000 0.000 0,0.000 0.000 0,0.000 0.000 0,-1.000 0.000 0,1.000 0.000 0,-4.000-2.000 0,0.000 0.000 0,0.000 0.000 0,0.000 0.000 0,0.000 1.000 0,0.000 0.000 0,-7.000-1.000 0,-64.000-4.000 0,-120.000 6.000 0,77.000 2.000 0,2.000 0.000 0,-120.000-4.000 0,156.000-4.000 0,-53.000-2.000 0,-11.000-7.000 0,108.000 16.000-47,22.000 0.000-283,-1.000 0.000 1,1.000-1.000-1,-28.000-5.000 1</inkml:trace>
</inkml:ink>
</file>

<file path=ppt/ink/ink14.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7"/>
    </inkml:context>
    <inkml:brush xml:id="br0">
      <inkml:brushProperty name="width" value="0.1" units="cm"/>
      <inkml:brushProperty name="height" value="0.1" units="cm"/>
      <inkml:brushProperty name="color" value="#ffffff"/>
    </inkml:brush>
  </inkml:definitions>
  <inkml:trace contextRef="#ctx0" brushRef="#br0">156.000 0.000 24575,'-2.000'0.000'0,"-4.000"0.000"0,-3.000 3.000 0,-2.000 0.000 0,-1.000 0.000 0,-2.000 2.000 0,-1.000 0.000 0,0.000 1.000 0,1.000 3.000 0,-1.000 2.000 0,1.000 1.000 0,-1.000 1.000 0,1.000 1.000 0</inkml:trace>
</inkml:ink>
</file>

<file path=ppt/ink/ink15.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8"/>
    </inkml:context>
    <inkml:brush xml:id="br0">
      <inkml:brushProperty name="width" value="0.1" units="cm"/>
      <inkml:brushProperty name="height" value="0.1" units="cm"/>
      <inkml:brushProperty name="color" value="#ffffff"/>
    </inkml:brush>
  </inkml:definitions>
  <inkml:trace contextRef="#ctx0" brushRef="#br0">1.000 52.000 24575,'2.000'-2.000'0,"3.000"-2.000"0,4.000 1.000 0,2.000 1.000 0,2.000 0.000 0,3.000-2.000 0,2.000 1.000 0,0.000-1.000 0,-1.000 2.000 0,-1.000 0.000 0,0.000 1.000 0,-1.000-2.000 0,-1.000 0.000 0,0.000-5.000 0,0.000 0.000 0</inkml:trace>
</inkml:ink>
</file>

<file path=ppt/ink/ink16.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10"/>
    </inkml:context>
    <inkml:brush xml:id="br0">
      <inkml:brushProperty name="width" value="0.1" units="cm"/>
      <inkml:brushProperty name="height" value="0.1" units="cm"/>
      <inkml:brushProperty name="color" value="#ffffff"/>
    </inkml:brush>
  </inkml:definitions>
  <inkml:trace contextRef="#ctx0" brushRef="#br0">1.000 0.000 24575,'0.000'0.000'-8191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8" name="Date Placeholder 27"/>
          <p:cNvSpPr>
            <a:spLocks noGrp="1"/>
          </p:cNvSpPr>
          <p:nvPr>
            <p:ph type="dt" sz="half" idx="10"/>
          </p:nvPr>
        </p:nvSpPr>
        <p:spPr/>
        <p:txBody>
          <a:bodyPr/>
          <a:lstStyle/>
          <a:p>
            <a:fld id="{4AAD347D-5ACD-4C99-B74B-A9C85AD731AF}" type="datetimeFigureOut">
              <a:rPr lang="en-US" smtClean="0"/>
            </a:fld>
            <a:endParaRPr lang="en-US" dirty="0"/>
          </a:p>
        </p:txBody>
      </p:sp>
      <p:sp>
        <p:nvSpPr>
          <p:cNvPr id="17" name="Footer Placeholder 16"/>
          <p:cNvSpPr>
            <a:spLocks noGrp="1"/>
          </p:cNvSpPr>
          <p:nvPr>
            <p:ph type="ftr" sz="quarter" idx="11"/>
          </p:nvPr>
        </p:nvSpPr>
        <p:spPr/>
        <p:txBody>
          <a:bodyPr/>
          <a:lstStyle/>
          <a:p>
            <a:endParaRPr lang="en-US" dirty="0"/>
          </a:p>
        </p:txBody>
      </p:sp>
      <p:sp>
        <p:nvSpPr>
          <p:cNvPr id="29" name="Slide Number Placeholder 28"/>
          <p:cNvSpPr>
            <a:spLocks noGrp="1"/>
          </p:cNvSpPr>
          <p:nvPr>
            <p:ph type="sldNum" sz="quarter" idx="12"/>
          </p:nvPr>
        </p:nvSpPr>
        <p:spPr/>
        <p:txBody>
          <a:bodyPr/>
          <a:lstStyle/>
          <a:p>
            <a:fld id="{D57F1E4F-1CFF-5643-939E-02111984F565}" type="slidenum">
              <a:rPr lang="en-US" smtClean="0"/>
            </a:fld>
            <a:endParaRPr lang="en-US" dirty="0"/>
          </a:p>
        </p:txBody>
      </p:sp>
      <p:sp>
        <p:nvSpPr>
          <p:cNvPr id="32" name="Rectangle 31"/>
          <p:cNvSpPr/>
          <p:nvPr/>
        </p:nvSpPr>
        <p:spPr>
          <a:xfrm>
            <a:off x="0" y="-1"/>
            <a:ext cx="48768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a:xfrm>
            <a:off x="412744" y="680477"/>
            <a:ext cx="60960"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0" name="Rectangle 39"/>
          <p:cNvSpPr/>
          <p:nvPr/>
        </p:nvSpPr>
        <p:spPr>
          <a:xfrm>
            <a:off x="358764"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1" name="Rectangle 40"/>
          <p:cNvSpPr/>
          <p:nvPr/>
        </p:nvSpPr>
        <p:spPr>
          <a:xfrm>
            <a:off x="333360"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2" name="Rectangle 41"/>
          <p:cNvSpPr/>
          <p:nvPr/>
        </p:nvSpPr>
        <p:spPr>
          <a:xfrm>
            <a:off x="295691"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Title 7"/>
          <p:cNvSpPr>
            <a:spLocks noGrp="1"/>
          </p:cNvSpPr>
          <p:nvPr>
            <p:ph type="ctrTitle"/>
          </p:nvPr>
        </p:nvSpPr>
        <p:spPr>
          <a:xfrm>
            <a:off x="1219200" y="4343400"/>
            <a:ext cx="10363200" cy="1975104"/>
          </a:xfrm>
        </p:spPr>
        <p:txBody>
          <a:bodyPr/>
          <a:lstStyle>
            <a:lvl1pPr marR="8890" algn="l">
              <a:defRPr sz="4000" b="1" cap="all" spc="0" baseline="0">
                <a:effectLst>
                  <a:reflection blurRad="12700" stA="34000" endA="740" endPos="53000" dir="5400000" sy="-100000" algn="bl" rotWithShape="0"/>
                </a:effectLst>
              </a:defRPr>
            </a:lvl1pPr>
          </a:lstStyle>
          <a:p>
            <a:r>
              <a:rPr kumimoji="0" lang="en-US"/>
              <a:t>Click to edit Master title style</a:t>
            </a:r>
            <a:endParaRPr kumimoji="0" lang="en-US"/>
          </a:p>
        </p:txBody>
      </p:sp>
      <p:sp>
        <p:nvSpPr>
          <p:cNvPr id="9" name="Subtitle 8"/>
          <p:cNvSpPr>
            <a:spLocks noGrp="1"/>
          </p:cNvSpPr>
          <p:nvPr>
            <p:ph type="subTitle" idx="1"/>
          </p:nvPr>
        </p:nvSpPr>
        <p:spPr>
          <a:xfrm>
            <a:off x="1219200" y="2834640"/>
            <a:ext cx="10363200" cy="1508760"/>
          </a:xfrm>
        </p:spPr>
        <p:txBody>
          <a:bodyPr lIns="100584" tIns="45720" anchor="b"/>
          <a:lstStyle>
            <a:lvl1pPr marL="0" indent="0" algn="l">
              <a:spcBef>
                <a:spcPts val="0"/>
              </a:spcBef>
              <a:buNone/>
              <a:defRPr sz="2000">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endParaRPr kumimoji="0" lang="en-US"/>
          </a:p>
        </p:txBody>
      </p:sp>
      <p:sp>
        <p:nvSpPr>
          <p:cNvPr id="56" name="Rectangle 55"/>
          <p:cNvSpPr/>
          <p:nvPr/>
        </p:nvSpPr>
        <p:spPr>
          <a:xfrm>
            <a:off x="340388" y="5047394"/>
            <a:ext cx="97536"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5" name="Rectangle 64"/>
          <p:cNvSpPr/>
          <p:nvPr/>
        </p:nvSpPr>
        <p:spPr>
          <a:xfrm>
            <a:off x="340388" y="4796819"/>
            <a:ext cx="97536"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6" name="Rectangle 65"/>
          <p:cNvSpPr/>
          <p:nvPr/>
        </p:nvSpPr>
        <p:spPr>
          <a:xfrm>
            <a:off x="340388" y="4637685"/>
            <a:ext cx="97536"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7" name="Rectangle 66"/>
          <p:cNvSpPr/>
          <p:nvPr/>
        </p:nvSpPr>
        <p:spPr>
          <a:xfrm>
            <a:off x="340388" y="4542559"/>
            <a:ext cx="97536"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4" name="Freeform 13"/>
          <p:cNvSpPr/>
          <p:nvPr/>
        </p:nvSpPr>
        <p:spPr bwMode="auto">
          <a:xfrm>
            <a:off x="6438603" y="1073888"/>
            <a:ext cx="5762848" cy="5791200"/>
          </a:xfrm>
          <a:custGeom>
            <a:avLst>
              <a:gd name="A1" fmla="val 0"/>
              <a:gd name="A2" fmla="val 0"/>
              <a:gd name="A3" fmla="val 0"/>
              <a:gd name="A4" fmla="val 0"/>
              <a:gd name="A5" fmla="val 0"/>
              <a:gd name="A6" fmla="val 0"/>
              <a:gd name="A7" fmla="val 0"/>
              <a:gd name="A8" fmla="val 0"/>
            </a:avLst>
            <a:gdLst/>
            <a:ahLst/>
            <a:cxnLst>
              <a:cxn ang="0">
                <a:pos x="0" y="3648"/>
              </a:cxn>
              <a:cxn ang="0">
                <a:pos x="720" y="2016"/>
              </a:cxn>
              <a:cxn ang="0">
                <a:pos x="2736" y="0"/>
              </a:cxn>
              <a:cxn ang="0">
                <a:pos x="2736" y="96"/>
              </a:cxn>
              <a:cxn ang="0">
                <a:pos x="744" y="2038"/>
              </a:cxn>
              <a:cxn ang="0">
                <a:pos x="48" y="3648"/>
              </a:cxn>
              <a:cxn ang="0">
                <a:pos x="0" y="3648"/>
              </a:cxn>
            </a:cxnLst>
            <a:rect l="0" t="0" r="0" b="0"/>
            <a:pathLst>
              <a:path w="2736" h="3648">
                <a:moveTo>
                  <a:pt x="0" y="3648"/>
                </a:moveTo>
                <a:lnTo>
                  <a:pt x="720" y="2016"/>
                </a:lnTo>
                <a:lnTo>
                  <a:pt x="2736" y="672"/>
                </a:lnTo>
                <a:lnTo>
                  <a:pt x="2736" y="720"/>
                </a:lnTo>
                <a:lnTo>
                  <a:pt x="744" y="2038"/>
                </a:lnTo>
                <a:lnTo>
                  <a:pt x="48" y="3648"/>
                </a:lnTo>
                <a:lnTo>
                  <a:pt x="48" y="3648"/>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Freeform 14"/>
          <p:cNvSpPr/>
          <p:nvPr/>
        </p:nvSpPr>
        <p:spPr bwMode="auto">
          <a:xfrm>
            <a:off x="498621" y="0"/>
            <a:ext cx="7352715" cy="6615332"/>
          </a:xfrm>
          <a:custGeom>
            <a:avLst>
              <a:gd name="A1" fmla="val 0"/>
              <a:gd name="A2" fmla="val 0"/>
              <a:gd name="A3" fmla="val 0"/>
              <a:gd name="A4" fmla="val 0"/>
              <a:gd name="A5" fmla="val 0"/>
              <a:gd name="A6" fmla="val 0"/>
              <a:gd name="A7" fmla="val 0"/>
              <a:gd name="A8" fmla="val 0"/>
            </a:avLst>
            <a:gdLst/>
            <a:ahLst/>
            <a:cxnLst>
              <a:cxn ang="0">
                <a:pos x="0" y="4080"/>
              </a:cxn>
              <a:cxn ang="0">
                <a:pos x="0" y="4128"/>
              </a:cxn>
              <a:cxn ang="0">
                <a:pos x="3504" y="2640"/>
              </a:cxn>
              <a:cxn ang="0">
                <a:pos x="2880" y="0"/>
              </a:cxn>
              <a:cxn ang="0">
                <a:pos x="2832" y="0"/>
              </a:cxn>
              <a:cxn ang="0">
                <a:pos x="3465" y="2619"/>
              </a:cxn>
              <a:cxn ang="0">
                <a:pos x="0" y="4080"/>
              </a:cxn>
            </a:cxnLst>
            <a:rect l="0" t="0" r="0" b="0"/>
            <a:pathLst>
              <a:path w="3504" h="4128">
                <a:moveTo>
                  <a:pt x="0" y="4080"/>
                </a:moveTo>
                <a:lnTo>
                  <a:pt x="0" y="4128"/>
                </a:lnTo>
                <a:lnTo>
                  <a:pt x="3504" y="2640"/>
                </a:lnTo>
                <a:lnTo>
                  <a:pt x="2880" y="0"/>
                </a:lnTo>
                <a:lnTo>
                  <a:pt x="2832" y="0"/>
                </a:lnTo>
                <a:lnTo>
                  <a:pt x="3465" y="2619"/>
                </a:lnTo>
                <a:lnTo>
                  <a:pt x="0" y="4080"/>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p:nvPr/>
        </p:nvSpPr>
        <p:spPr bwMode="auto">
          <a:xfrm rot="5236414">
            <a:off x="6635304" y="1285480"/>
            <a:ext cx="4114800" cy="158496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Freeform 15"/>
          <p:cNvSpPr/>
          <p:nvPr/>
        </p:nvSpPr>
        <p:spPr bwMode="auto">
          <a:xfrm>
            <a:off x="7924800" y="0"/>
            <a:ext cx="3657600" cy="4267200"/>
          </a:xfrm>
          <a:custGeom>
            <a:avLst>
              <a:gd name="A1" fmla="val 0"/>
              <a:gd name="A2" fmla="val 0"/>
              <a:gd name="A3" fmla="val 0"/>
              <a:gd name="A4" fmla="val 0"/>
              <a:gd name="A5" fmla="val 0"/>
              <a:gd name="A6" fmla="val 0"/>
              <a:gd name="A7" fmla="val 0"/>
              <a:gd name="A8" fmla="val 0"/>
            </a:avLst>
            <a:gdLst/>
            <a:ahLst/>
            <a:cxnLst>
              <a:cxn ang="0">
                <a:pos x="1104" y="0"/>
              </a:cxn>
              <a:cxn ang="0">
                <a:pos x="1728" y="0"/>
              </a:cxn>
              <a:cxn ang="0">
                <a:pos x="0" y="2688"/>
              </a:cxn>
              <a:cxn ang="0">
                <a:pos x="1104" y="0"/>
              </a:cxn>
            </a:cxnLst>
            <a:rect l="0" t="0" r="0" b="0"/>
            <a:pathLst>
              <a:path w="1728" h="2688">
                <a:moveTo>
                  <a:pt x="1104" y="0"/>
                </a:moveTo>
                <a:lnTo>
                  <a:pt x="1728" y="0"/>
                </a:lnTo>
                <a:lnTo>
                  <a:pt x="0" y="2688"/>
                </a:lnTo>
                <a:lnTo>
                  <a:pt x="110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Freeform 16"/>
          <p:cNvSpPr/>
          <p:nvPr/>
        </p:nvSpPr>
        <p:spPr bwMode="auto">
          <a:xfrm>
            <a:off x="7924800" y="4267200"/>
            <a:ext cx="4267200" cy="1143000"/>
          </a:xfrm>
          <a:custGeom>
            <a:avLst>
              <a:gd name="A1" fmla="val 0"/>
              <a:gd name="A2" fmla="val 0"/>
              <a:gd name="A3" fmla="val 0"/>
              <a:gd name="A4" fmla="val 0"/>
              <a:gd name="A5" fmla="val 0"/>
              <a:gd name="A6" fmla="val 0"/>
              <a:gd name="A7" fmla="val 0"/>
              <a:gd name="A8" fmla="val 0"/>
            </a:avLst>
            <a:gdLst/>
            <a:ahLst/>
            <a:cxnLst>
              <a:cxn ang="0">
                <a:pos x="0" y="0"/>
              </a:cxn>
              <a:cxn ang="0">
                <a:pos x="2016" y="240"/>
              </a:cxn>
              <a:cxn ang="0">
                <a:pos x="2016" y="720"/>
              </a:cxn>
              <a:cxn ang="0">
                <a:pos x="0" y="0"/>
              </a:cxn>
            </a:cxnLst>
            <a:rect l="0" t="0" r="0" b="0"/>
            <a:pathLst>
              <a:path w="2016" h="720">
                <a:moveTo>
                  <a:pt x="0" y="0"/>
                </a:moveTo>
                <a:lnTo>
                  <a:pt x="2016" y="240"/>
                </a:lnTo>
                <a:lnTo>
                  <a:pt x="2016" y="720"/>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Freeform 17"/>
          <p:cNvSpPr/>
          <p:nvPr/>
        </p:nvSpPr>
        <p:spPr bwMode="auto">
          <a:xfrm>
            <a:off x="7924800" y="0"/>
            <a:ext cx="1828800" cy="4267200"/>
          </a:xfrm>
          <a:custGeom>
            <a:avLst>
              <a:gd name="A1" fmla="val 0"/>
              <a:gd name="A2" fmla="val 0"/>
              <a:gd name="A3" fmla="val 0"/>
              <a:gd name="A4" fmla="val 0"/>
              <a:gd name="A5" fmla="val 0"/>
              <a:gd name="A6" fmla="val 0"/>
              <a:gd name="A7" fmla="val 0"/>
              <a:gd name="A8" fmla="val 0"/>
            </a:avLst>
            <a:gdLst/>
            <a:ahLst/>
            <a:cxnLst>
              <a:cxn ang="0">
                <a:pos x="864" y="0"/>
              </a:cxn>
              <a:cxn ang="0">
                <a:pos x="0" y="2688"/>
              </a:cxn>
              <a:cxn ang="0">
                <a:pos x="768" y="0"/>
              </a:cxn>
              <a:cxn ang="0">
                <a:pos x="864" y="0"/>
              </a:cxn>
            </a:cxnLst>
            <a:rect l="0" t="0" r="0" b="0"/>
            <a:pathLst>
              <a:path w="864" h="2688">
                <a:moveTo>
                  <a:pt x="864" y="0"/>
                </a:moveTo>
                <a:lnTo>
                  <a:pt x="0" y="2688"/>
                </a:lnTo>
                <a:lnTo>
                  <a:pt x="768" y="0"/>
                </a:lnTo>
                <a:lnTo>
                  <a:pt x="86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Freeform 18"/>
          <p:cNvSpPr/>
          <p:nvPr/>
        </p:nvSpPr>
        <p:spPr bwMode="auto">
          <a:xfrm>
            <a:off x="7931152" y="4246564"/>
            <a:ext cx="2787649" cy="2611437"/>
          </a:xfrm>
          <a:custGeom>
            <a:avLst>
              <a:gd name="A1" fmla="val 0"/>
              <a:gd name="A2" fmla="val 0"/>
              <a:gd name="A3" fmla="val 0"/>
              <a:gd name="A4" fmla="val 0"/>
              <a:gd name="A5" fmla="val 0"/>
              <a:gd name="A6" fmla="val 0"/>
              <a:gd name="A7" fmla="val 0"/>
              <a:gd name="A8" fmla="val 0"/>
            </a:avLst>
            <a:gdLst/>
            <a:ahLst/>
            <a:cxnLst>
              <a:cxn ang="0">
                <a:pos x="1071" y="1645"/>
              </a:cxn>
              <a:cxn ang="0">
                <a:pos x="1317" y="1645"/>
              </a:cxn>
              <a:cxn ang="0">
                <a:pos x="0" y="0"/>
              </a:cxn>
              <a:cxn ang="0">
                <a:pos x="1071" y="1645"/>
              </a:cxn>
            </a:cxnLst>
            <a:rect l="0" t="0" r="0" b="0"/>
            <a:pathLst>
              <a:path w="1317" h="1645">
                <a:moveTo>
                  <a:pt x="1071" y="1645"/>
                </a:moveTo>
                <a:lnTo>
                  <a:pt x="1317" y="1645"/>
                </a:lnTo>
                <a:lnTo>
                  <a:pt x="0" y="0"/>
                </a:lnTo>
                <a:lnTo>
                  <a:pt x="1071" y="1645"/>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Freeform 19"/>
          <p:cNvSpPr/>
          <p:nvPr/>
        </p:nvSpPr>
        <p:spPr bwMode="auto">
          <a:xfrm>
            <a:off x="7924800" y="4267200"/>
            <a:ext cx="2133600" cy="2590800"/>
          </a:xfrm>
          <a:custGeom>
            <a:avLst>
              <a:gd name="A1" fmla="val 0"/>
              <a:gd name="A2" fmla="val 0"/>
              <a:gd name="A3" fmla="val 0"/>
              <a:gd name="A4" fmla="val 0"/>
              <a:gd name="A5" fmla="val 0"/>
              <a:gd name="A6" fmla="val 0"/>
              <a:gd name="A7" fmla="val 0"/>
              <a:gd name="A8" fmla="val 0"/>
            </a:avLst>
            <a:gdLst/>
            <a:ahLst/>
            <a:cxnLst>
              <a:cxn ang="0">
                <a:pos x="1008" y="1632"/>
              </a:cxn>
              <a:cxn ang="0">
                <a:pos x="0" y="0"/>
              </a:cxn>
              <a:cxn ang="0">
                <a:pos x="960" y="1632"/>
              </a:cxn>
              <a:cxn ang="0">
                <a:pos x="1008" y="1632"/>
              </a:cxn>
            </a:cxnLst>
            <a:rect l="0" t="0" r="0" b="0"/>
            <a:pathLst>
              <a:path w="1008" h="1632">
                <a:moveTo>
                  <a:pt x="1008" y="1632"/>
                </a:moveTo>
                <a:lnTo>
                  <a:pt x="0" y="0"/>
                </a:lnTo>
                <a:lnTo>
                  <a:pt x="960" y="1632"/>
                </a:lnTo>
                <a:lnTo>
                  <a:pt x="1008"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1" name="Freeform 20"/>
          <p:cNvSpPr/>
          <p:nvPr/>
        </p:nvSpPr>
        <p:spPr bwMode="auto">
          <a:xfrm>
            <a:off x="7924800" y="1371600"/>
            <a:ext cx="4267200" cy="2895600"/>
          </a:xfrm>
          <a:custGeom>
            <a:avLst>
              <a:gd name="A1" fmla="val 0"/>
              <a:gd name="A2" fmla="val 0"/>
              <a:gd name="A3" fmla="val 0"/>
              <a:gd name="A4" fmla="val 0"/>
              <a:gd name="A5" fmla="val 0"/>
              <a:gd name="A6" fmla="val 0"/>
              <a:gd name="A7" fmla="val 0"/>
              <a:gd name="A8" fmla="val 0"/>
            </a:avLst>
            <a:gdLst/>
            <a:ahLst/>
            <a:cxnLst>
              <a:cxn ang="0">
                <a:pos x="2016" y="0"/>
              </a:cxn>
              <a:cxn ang="0">
                <a:pos x="2016" y="144"/>
              </a:cxn>
              <a:cxn ang="0">
                <a:pos x="0" y="1824"/>
              </a:cxn>
              <a:cxn ang="0">
                <a:pos x="2016" y="0"/>
              </a:cxn>
            </a:cxnLst>
            <a:rect l="0" t="0" r="0" b="0"/>
            <a:pathLst>
              <a:path w="2016" h="1824">
                <a:moveTo>
                  <a:pt x="2016" y="0"/>
                </a:moveTo>
                <a:lnTo>
                  <a:pt x="2016" y="144"/>
                </a:lnTo>
                <a:lnTo>
                  <a:pt x="0" y="1824"/>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Freeform 21"/>
          <p:cNvSpPr/>
          <p:nvPr/>
        </p:nvSpPr>
        <p:spPr bwMode="auto">
          <a:xfrm>
            <a:off x="7924800" y="1752600"/>
            <a:ext cx="4267200" cy="2514600"/>
          </a:xfrm>
          <a:custGeom>
            <a:avLst>
              <a:gd name="A1" fmla="val 0"/>
              <a:gd name="A2" fmla="val 0"/>
              <a:gd name="A3" fmla="val 0"/>
              <a:gd name="A4" fmla="val 0"/>
              <a:gd name="A5" fmla="val 0"/>
              <a:gd name="A6" fmla="val 0"/>
              <a:gd name="A7" fmla="val 0"/>
              <a:gd name="A8" fmla="val 0"/>
            </a:avLst>
            <a:gdLst/>
            <a:ahLst/>
            <a:cxnLst>
              <a:cxn ang="0">
                <a:pos x="2016" y="0"/>
              </a:cxn>
              <a:cxn ang="0">
                <a:pos x="0" y="1584"/>
              </a:cxn>
              <a:cxn ang="0">
                <a:pos x="2016" y="48"/>
              </a:cxn>
              <a:cxn ang="0">
                <a:pos x="2016" y="0"/>
              </a:cxn>
            </a:cxnLst>
            <a:rect l="0" t="0" r="0" b="0"/>
            <a:pathLst>
              <a:path w="2016" h="1584">
                <a:moveTo>
                  <a:pt x="2016" y="0"/>
                </a:moveTo>
                <a:lnTo>
                  <a:pt x="0" y="1584"/>
                </a:lnTo>
                <a:lnTo>
                  <a:pt x="2016" y="48"/>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3" name="Freeform 22"/>
          <p:cNvSpPr/>
          <p:nvPr/>
        </p:nvSpPr>
        <p:spPr bwMode="auto">
          <a:xfrm>
            <a:off x="1320800" y="4267200"/>
            <a:ext cx="6604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120" y="0"/>
              </a:cxn>
              <a:cxn ang="0">
                <a:pos x="1056" y="1632"/>
              </a:cxn>
              <a:cxn ang="0">
                <a:pos x="0" y="1632"/>
              </a:cxn>
            </a:cxnLst>
            <a:rect l="0" t="0" r="0" b="0"/>
            <a:pathLst>
              <a:path w="3120" h="1632">
                <a:moveTo>
                  <a:pt x="0" y="1632"/>
                </a:moveTo>
                <a:lnTo>
                  <a:pt x="3120" y="0"/>
                </a:lnTo>
                <a:lnTo>
                  <a:pt x="1056"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4" name="Freeform 23"/>
          <p:cNvSpPr/>
          <p:nvPr/>
        </p:nvSpPr>
        <p:spPr bwMode="auto">
          <a:xfrm>
            <a:off x="711200" y="4267200"/>
            <a:ext cx="7112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360" y="0"/>
              </a:cxn>
              <a:cxn ang="0">
                <a:pos x="144" y="1632"/>
              </a:cxn>
              <a:cxn ang="0">
                <a:pos x="0" y="1632"/>
              </a:cxn>
            </a:cxnLst>
            <a:rect l="0" t="0" r="0" b="0"/>
            <a:pathLst>
              <a:path w="3360" h="1632">
                <a:moveTo>
                  <a:pt x="0" y="1632"/>
                </a:moveTo>
                <a:lnTo>
                  <a:pt x="3360" y="0"/>
                </a:lnTo>
                <a:lnTo>
                  <a:pt x="144"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5" name="Freeform 24"/>
          <p:cNvSpPr/>
          <p:nvPr/>
        </p:nvSpPr>
        <p:spPr bwMode="auto">
          <a:xfrm>
            <a:off x="489099" y="2438400"/>
            <a:ext cx="7518400" cy="1828800"/>
          </a:xfrm>
          <a:custGeom>
            <a:avLst>
              <a:gd name="A1" fmla="val 0"/>
              <a:gd name="A2" fmla="val 0"/>
              <a:gd name="A3" fmla="val 0"/>
              <a:gd name="A4" fmla="val 0"/>
              <a:gd name="A5" fmla="val 0"/>
              <a:gd name="A6" fmla="val 0"/>
              <a:gd name="A7" fmla="val 0"/>
              <a:gd name="A8" fmla="val 0"/>
            </a:avLst>
            <a:gdLst/>
            <a:ahLst/>
            <a:cxnLst>
              <a:cxn ang="0">
                <a:pos x="0" y="0"/>
              </a:cxn>
              <a:cxn ang="0">
                <a:pos x="3552" y="1152"/>
              </a:cxn>
              <a:cxn ang="0">
                <a:pos x="0" y="384"/>
              </a:cxn>
              <a:cxn ang="0">
                <a:pos x="0" y="0"/>
              </a:cxn>
            </a:cxnLst>
            <a:rect l="0" t="0" r="0" b="0"/>
            <a:pathLst>
              <a:path w="3552" h="1152">
                <a:moveTo>
                  <a:pt x="0" y="0"/>
                </a:moveTo>
                <a:lnTo>
                  <a:pt x="3504" y="1152"/>
                </a:lnTo>
                <a:lnTo>
                  <a:pt x="0" y="384"/>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6" name="Freeform 25"/>
          <p:cNvSpPr/>
          <p:nvPr/>
        </p:nvSpPr>
        <p:spPr bwMode="auto">
          <a:xfrm>
            <a:off x="489099" y="2133600"/>
            <a:ext cx="7518400" cy="213360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Freeform 26"/>
          <p:cNvSpPr/>
          <p:nvPr/>
        </p:nvSpPr>
        <p:spPr bwMode="auto">
          <a:xfrm>
            <a:off x="6096000" y="4267200"/>
            <a:ext cx="1828800" cy="2590800"/>
          </a:xfrm>
          <a:custGeom>
            <a:avLst>
              <a:gd name="A1" fmla="val 0"/>
              <a:gd name="A2" fmla="val 0"/>
              <a:gd name="A3" fmla="val 0"/>
              <a:gd name="A4" fmla="val 0"/>
              <a:gd name="A5" fmla="val 0"/>
              <a:gd name="A6" fmla="val 0"/>
              <a:gd name="A7" fmla="val 0"/>
              <a:gd name="A8" fmla="val 0"/>
            </a:avLst>
            <a:gdLst/>
            <a:ahLst/>
            <a:cxnLst>
              <a:cxn ang="0">
                <a:pos x="0" y="1632"/>
              </a:cxn>
              <a:cxn ang="0">
                <a:pos x="96" y="1632"/>
              </a:cxn>
              <a:cxn ang="0">
                <a:pos x="864" y="0"/>
              </a:cxn>
              <a:cxn ang="0">
                <a:pos x="0" y="1632"/>
              </a:cxn>
            </a:cxnLst>
            <a:rect l="0" t="0" r="0" b="0"/>
            <a:pathLst>
              <a:path w="864" h="1632">
                <a:moveTo>
                  <a:pt x="0" y="1632"/>
                </a:moveTo>
                <a:lnTo>
                  <a:pt x="96" y="1632"/>
                </a:lnTo>
                <a:lnTo>
                  <a:pt x="864" y="0"/>
                </a:lnTo>
                <a:lnTo>
                  <a:pt x="0" y="1632"/>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3" name="Text Placeholder 2"/>
          <p:cNvSpPr>
            <a:spLocks noGrp="1"/>
          </p:cNvSpPr>
          <p:nvPr>
            <p:ph type="body" idx="1"/>
          </p:nvPr>
        </p:nvSpPr>
        <p:spPr>
          <a:xfrm>
            <a:off x="942536" y="1351672"/>
            <a:ext cx="7624064" cy="977486"/>
          </a:xfrm>
        </p:spPr>
        <p:txBody>
          <a:bodyPr lIns="82296" tIns="45720" bIns="0" anchor="t"/>
          <a:lstStyle>
            <a:lvl1pPr marL="54610" indent="0">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endParaRPr kumimoji="0" lang="en-US"/>
          </a:p>
        </p:txBody>
      </p:sp>
      <p:sp>
        <p:nvSpPr>
          <p:cNvPr id="4" name="Date Placeholder 3"/>
          <p:cNvSpPr>
            <a:spLocks noGrp="1"/>
          </p:cNvSpPr>
          <p:nvPr>
            <p:ph type="dt" sz="half" idx="10"/>
          </p:nvPr>
        </p:nvSpPr>
        <p:spPr/>
        <p:txBody>
          <a:bodyPr/>
          <a:lstStyle/>
          <a:p>
            <a:fld id="{9796027F-7875-4030-9381-8BD8C4F21935}"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
        <p:nvSpPr>
          <p:cNvPr id="7" name="Rectangle 6"/>
          <p:cNvSpPr/>
          <p:nvPr/>
        </p:nvSpPr>
        <p:spPr>
          <a:xfrm>
            <a:off x="484213" y="402265"/>
            <a:ext cx="1133856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42536" y="512064"/>
            <a:ext cx="10875264" cy="777240"/>
          </a:xfrm>
        </p:spPr>
        <p:txBody>
          <a:bodyPr tIns="64008"/>
          <a:lstStyle>
            <a:lvl1pPr algn="l">
              <a:buNone/>
              <a:defRPr sz="3800" b="0" cap="none" spc="-150" baseline="0"/>
            </a:lvl1pPr>
          </a:lstStyle>
          <a:p>
            <a:r>
              <a:rPr kumimoji="0" lang="en-US"/>
              <a:t>Click to edit Master title style</a:t>
            </a:r>
            <a:endParaRPr kumimoji="0" lang="en-US"/>
          </a:p>
        </p:txBody>
      </p:sp>
      <p:sp>
        <p:nvSpPr>
          <p:cNvPr id="8" name="Rectangle 7"/>
          <p:cNvSpPr/>
          <p:nvPr/>
        </p:nvSpPr>
        <p:spPr>
          <a:xfrm flipH="1">
            <a:off x="495384"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flipH="1">
            <a:off x="548145"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flipH="1">
            <a:off x="597933"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H="1">
            <a:off x="635603"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667304" y="680477"/>
            <a:ext cx="48768"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Sp="0">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512064"/>
            <a:ext cx="10972800" cy="914400"/>
          </a:xfrm>
        </p:spPr>
        <p:txBody>
          <a:bodyPr/>
          <a:lstStyle/>
          <a:p>
            <a:r>
              <a:rPr kumimoji="0" lang="en-US"/>
              <a:t>Click to edit Master title style</a:t>
            </a:r>
            <a:endParaRPr kumimoji="0" lang="en-US"/>
          </a:p>
        </p:txBody>
      </p:sp>
      <p:sp>
        <p:nvSpPr>
          <p:cNvPr id="3" name="Content Placeholder 2"/>
          <p:cNvSpPr>
            <a:spLocks noGrp="1"/>
          </p:cNvSpPr>
          <p:nvPr>
            <p:ph sz="half" idx="1"/>
          </p:nvPr>
        </p:nvSpPr>
        <p:spPr>
          <a:xfrm>
            <a:off x="619125" y="1770502"/>
            <a:ext cx="53848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Content Placeholder 3"/>
          <p:cNvSpPr>
            <a:spLocks noGrp="1"/>
          </p:cNvSpPr>
          <p:nvPr>
            <p:ph sz="half" idx="2"/>
          </p:nvPr>
        </p:nvSpPr>
        <p:spPr>
          <a:xfrm>
            <a:off x="6207125" y="1770502"/>
            <a:ext cx="53848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9796027F-7875-4030-9381-8BD8C4F21935}"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Comparison">
    <p:spTree>
      <p:nvGrpSpPr>
        <p:cNvPr id="1" name=""/>
        <p:cNvGrpSpPr/>
        <p:nvPr/>
      </p:nvGrpSpPr>
      <p:grpSpPr>
        <a:xfrm>
          <a:off x="0" y="0"/>
          <a:ext cx="0" cy="0"/>
          <a:chOff x="0" y="0"/>
          <a:chExt cx="0" cy="0"/>
        </a:xfrm>
      </p:grpSpPr>
      <p:sp>
        <p:nvSpPr>
          <p:cNvPr id="25" name="Rectangle 24"/>
          <p:cNvSpPr/>
          <p:nvPr/>
        </p:nvSpPr>
        <p:spPr>
          <a:xfrm>
            <a:off x="0" y="402266"/>
            <a:ext cx="11822773"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673099" y="512064"/>
            <a:ext cx="10363200" cy="914400"/>
          </a:xfrm>
        </p:spPr>
        <p:txBody>
          <a:bodyPr anchor="t"/>
          <a:lstStyle>
            <a:lvl1pPr>
              <a:defRPr sz="4000"/>
            </a:lvl1pPr>
          </a:lstStyle>
          <a:p>
            <a:r>
              <a:rPr kumimoji="0" lang="en-US"/>
              <a:t>Click to edit Master title style</a:t>
            </a:r>
            <a:endParaRPr kumimoji="0" lang="en-US"/>
          </a:p>
        </p:txBody>
      </p:sp>
      <p:sp>
        <p:nvSpPr>
          <p:cNvPr id="3" name="Text Placeholder 2"/>
          <p:cNvSpPr>
            <a:spLocks noGrp="1"/>
          </p:cNvSpPr>
          <p:nvPr>
            <p:ph type="body" idx="1"/>
          </p:nvPr>
        </p:nvSpPr>
        <p:spPr>
          <a:xfrm>
            <a:off x="609600" y="1809750"/>
            <a:ext cx="5386917" cy="639762"/>
          </a:xfrm>
        </p:spPr>
        <p:txBody>
          <a:bodyPr anchor="ctr"/>
          <a:lstStyle>
            <a:lvl1pPr marL="73025" indent="0" algn="l">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endParaRPr kumimoji="0" lang="en-US"/>
          </a:p>
        </p:txBody>
      </p:sp>
      <p:sp>
        <p:nvSpPr>
          <p:cNvPr id="4" name="Text Placeholder 3"/>
          <p:cNvSpPr>
            <a:spLocks noGrp="1"/>
          </p:cNvSpPr>
          <p:nvPr>
            <p:ph type="body" sz="half" idx="3"/>
          </p:nvPr>
        </p:nvSpPr>
        <p:spPr>
          <a:xfrm>
            <a:off x="6193368" y="1809750"/>
            <a:ext cx="5389033" cy="639762"/>
          </a:xfrm>
        </p:spPr>
        <p:txBody>
          <a:bodyPr anchor="ctr"/>
          <a:lstStyle>
            <a:lvl1pPr marL="73025"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endParaRPr kumimoji="0" lang="en-US"/>
          </a:p>
        </p:txBody>
      </p:sp>
      <p:sp>
        <p:nvSpPr>
          <p:cNvPr id="5" name="Content Placeholder 4"/>
          <p:cNvSpPr>
            <a:spLocks noGrp="1"/>
          </p:cNvSpPr>
          <p:nvPr>
            <p:ph sz="quarter" idx="2"/>
          </p:nvPr>
        </p:nvSpPr>
        <p:spPr>
          <a:xfrm>
            <a:off x="609600" y="2459037"/>
            <a:ext cx="5386917" cy="3959352"/>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6" name="Content Placeholder 5"/>
          <p:cNvSpPr>
            <a:spLocks noGrp="1"/>
          </p:cNvSpPr>
          <p:nvPr>
            <p:ph sz="quarter" idx="4"/>
          </p:nvPr>
        </p:nvSpPr>
        <p:spPr>
          <a:xfrm>
            <a:off x="6193368" y="2459037"/>
            <a:ext cx="5389033" cy="3959352"/>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9796027F-7875-4030-9381-8BD8C4F21935}"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fld>
            <a:endParaRPr lang="en-US" dirty="0"/>
          </a:p>
        </p:txBody>
      </p:sp>
      <p:sp>
        <p:nvSpPr>
          <p:cNvPr id="16" name="Rectangle 15"/>
          <p:cNvSpPr/>
          <p:nvPr/>
        </p:nvSpPr>
        <p:spPr>
          <a:xfrm>
            <a:off x="117053" y="680477"/>
            <a:ext cx="60960"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7" name="Rectangle 16"/>
          <p:cNvSpPr/>
          <p:nvPr/>
        </p:nvSpPr>
        <p:spPr>
          <a:xfrm>
            <a:off x="63073"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Rectangle 17"/>
          <p:cNvSpPr/>
          <p:nvPr/>
        </p:nvSpPr>
        <p:spPr>
          <a:xfrm>
            <a:off x="37669"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Rectangle 19"/>
          <p:cNvSpPr/>
          <p:nvPr/>
        </p:nvSpPr>
        <p:spPr>
          <a:xfrm flipH="1">
            <a:off x="199693"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Rectangle 20"/>
          <p:cNvSpPr/>
          <p:nvPr/>
        </p:nvSpPr>
        <p:spPr>
          <a:xfrm flipH="1">
            <a:off x="252455"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flipH="1">
            <a:off x="302243"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flipH="1">
            <a:off x="339912"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0" name="Rectangle 29"/>
          <p:cNvSpPr/>
          <p:nvPr/>
        </p:nvSpPr>
        <p:spPr>
          <a:xfrm>
            <a:off x="371613" y="680477"/>
            <a:ext cx="48768"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219200" y="512064"/>
            <a:ext cx="10363200" cy="914400"/>
          </a:xfrm>
        </p:spPr>
        <p:txBody>
          <a:bodyPr/>
          <a:lstStyle>
            <a:lvl1pPr>
              <a:defRPr sz="4000" cap="none" baseline="0"/>
            </a:lvl1pPr>
          </a:lstStyle>
          <a:p>
            <a:r>
              <a:rPr kumimoji="0" lang="en-US"/>
              <a:t>Click to edit Master title style</a:t>
            </a:r>
            <a:endParaRPr kumimoji="0" lang="en-US"/>
          </a:p>
        </p:txBody>
      </p:sp>
      <p:sp>
        <p:nvSpPr>
          <p:cNvPr id="3" name="Date Placeholder 2"/>
          <p:cNvSpPr>
            <a:spLocks noGrp="1"/>
          </p:cNvSpPr>
          <p:nvPr>
            <p:ph type="dt" sz="half" idx="10"/>
          </p:nvPr>
        </p:nvSpPr>
        <p:spPr/>
        <p:txBody>
          <a:bodyPr/>
          <a:lstStyle/>
          <a:p>
            <a:fld id="{4509A250-FF31-4206-8172-F9D3106AACB1}"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10972800" cy="1162050"/>
          </a:xfrm>
        </p:spPr>
        <p:txBody>
          <a:bodyPr anchor="ctr"/>
          <a:lstStyle>
            <a:lvl1pPr algn="l">
              <a:buNone/>
              <a:defRPr sz="3600" b="0"/>
            </a:lvl1pPr>
          </a:lstStyle>
          <a:p>
            <a:r>
              <a:rPr kumimoji="0" lang="en-US"/>
              <a:t>Click to edit Master title style</a:t>
            </a:r>
            <a:endParaRPr kumimoji="0" lang="en-US"/>
          </a:p>
        </p:txBody>
      </p:sp>
      <p:sp>
        <p:nvSpPr>
          <p:cNvPr id="3" name="Text Placeholder 2"/>
          <p:cNvSpPr>
            <a:spLocks noGrp="1"/>
          </p:cNvSpPr>
          <p:nvPr>
            <p:ph type="body" idx="2"/>
          </p:nvPr>
        </p:nvSpPr>
        <p:spPr>
          <a:xfrm>
            <a:off x="914400" y="1435100"/>
            <a:ext cx="3352800" cy="4572000"/>
          </a:xfrm>
        </p:spPr>
        <p:txBody>
          <a:bodyPr/>
          <a:lstStyle>
            <a:lvl1pPr marL="5461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endParaRPr kumimoji="0" lang="en-US"/>
          </a:p>
        </p:txBody>
      </p:sp>
      <p:sp>
        <p:nvSpPr>
          <p:cNvPr id="4" name="Content Placeholder 3"/>
          <p:cNvSpPr>
            <a:spLocks noGrp="1"/>
          </p:cNvSpPr>
          <p:nvPr>
            <p:ph sz="half" idx="1"/>
          </p:nvPr>
        </p:nvSpPr>
        <p:spPr>
          <a:xfrm>
            <a:off x="4572000" y="1435100"/>
            <a:ext cx="7315200" cy="457200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4509A250-FF31-4206-8172-F9D3106AACB1}"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490709" y="0"/>
            <a:ext cx="11704320" cy="1878037"/>
          </a:xfrm>
          <a:prstGeom prst="rect">
            <a:avLst/>
          </a:prstGeom>
          <a:solidFill>
            <a:srgbClr val="000000">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cxnSp>
        <p:nvCxnSpPr>
          <p:cNvPr id="9" name="Straight Connector 8"/>
          <p:cNvCxnSpPr/>
          <p:nvPr/>
        </p:nvCxnSpPr>
        <p:spPr>
          <a:xfrm flipV="1">
            <a:off x="484260" y="1885028"/>
            <a:ext cx="11710163" cy="0"/>
          </a:xfrm>
          <a:prstGeom prst="line">
            <a:avLst/>
          </a:prstGeom>
          <a:noFill/>
          <a:ln w="19050" cap="flat" cmpd="sng" algn="ctr">
            <a:solidFill>
              <a:srgbClr val="FFFFFF">
                <a:alpha val="100000"/>
              </a:srgbClr>
            </a:solidFill>
            <a:prstDash val="solid"/>
            <a:miter lim="800000"/>
          </a:ln>
          <a:effectLst/>
        </p:spPr>
        <p:style>
          <a:lnRef idx="2">
            <a:schemeClr val="accent1"/>
          </a:lnRef>
          <a:fillRef idx="0">
            <a:schemeClr val="accent1"/>
          </a:fillRef>
          <a:effectRef idx="1">
            <a:schemeClr val="accent1"/>
          </a:effectRef>
          <a:fontRef idx="minor">
            <a:schemeClr val="tx1"/>
          </a:fontRef>
        </p:style>
      </p:cxnSp>
      <p:grpSp>
        <p:nvGrpSpPr>
          <p:cNvPr id="10" name="Group 9"/>
          <p:cNvGrpSpPr/>
          <p:nvPr/>
        </p:nvGrpSpPr>
        <p:grpSpPr>
          <a:xfrm rot="5400000">
            <a:off x="11374903" y="1197789"/>
            <a:ext cx="132763" cy="171288"/>
            <a:chOff x="6668087" y="1297746"/>
            <a:chExt cx="161840" cy="156602"/>
          </a:xfrm>
        </p:grpSpPr>
        <p:cxnSp>
          <p:nvCxnSpPr>
            <p:cNvPr id="15" name="Straight Connector 14"/>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title"/>
          </p:nvPr>
        </p:nvSpPr>
        <p:spPr bwMode="grayWhite">
          <a:xfrm>
            <a:off x="1219200" y="441252"/>
            <a:ext cx="9144000" cy="701749"/>
          </a:xfrm>
        </p:spPr>
        <p:txBody>
          <a:bodyPr anchor="b"/>
          <a:lstStyle>
            <a:lvl1pPr algn="l">
              <a:buNone/>
              <a:defRPr sz="2100" b="0"/>
            </a:lvl1pPr>
          </a:lstStyle>
          <a:p>
            <a:r>
              <a:rPr kumimoji="0" lang="en-US"/>
              <a:t>Click to edit Master title style</a:t>
            </a:r>
            <a:endParaRPr kumimoji="0" lang="en-US"/>
          </a:p>
        </p:txBody>
      </p:sp>
      <p:sp>
        <p:nvSpPr>
          <p:cNvPr id="3" name="Picture Placeholder 2"/>
          <p:cNvSpPr>
            <a:spLocks noGrp="1"/>
          </p:cNvSpPr>
          <p:nvPr>
            <p:ph type="pic" idx="1"/>
          </p:nvPr>
        </p:nvSpPr>
        <p:spPr>
          <a:xfrm>
            <a:off x="490709" y="1893781"/>
            <a:ext cx="11704320" cy="4960144"/>
          </a:xfrm>
          <a:solidFill>
            <a:schemeClr val="bg2"/>
          </a:solidFill>
        </p:spPr>
        <p:txBody>
          <a:bodyPr/>
          <a:lstStyle>
            <a:lvl1pPr marL="0" indent="0">
              <a:buNone/>
              <a:defRPr sz="3200"/>
            </a:lvl1pPr>
          </a:lstStyle>
          <a:p>
            <a:r>
              <a:rPr kumimoji="0" lang="en-US"/>
              <a:t>Click icon to add picture</a:t>
            </a:r>
            <a:endParaRPr kumimoji="0" lang="en-US"/>
          </a:p>
        </p:txBody>
      </p:sp>
      <p:sp>
        <p:nvSpPr>
          <p:cNvPr id="4" name="Text Placeholder 3"/>
          <p:cNvSpPr>
            <a:spLocks noGrp="1"/>
          </p:cNvSpPr>
          <p:nvPr>
            <p:ph type="body" sz="half" idx="2"/>
          </p:nvPr>
        </p:nvSpPr>
        <p:spPr bwMode="grayWhite">
          <a:xfrm>
            <a:off x="1219200" y="1150144"/>
            <a:ext cx="9144000" cy="685800"/>
          </a:xfrm>
        </p:spPr>
        <p:txBody>
          <a:bodyPr/>
          <a:lstStyle>
            <a:lvl1pPr marL="27305" indent="0">
              <a:spcBef>
                <a:spcPts val="0"/>
              </a:spcBef>
              <a:buNone/>
              <a:defRPr sz="14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endParaRPr kumimoji="0" lang="en-US"/>
          </a:p>
        </p:txBody>
      </p:sp>
      <p:grpSp>
        <p:nvGrpSpPr>
          <p:cNvPr id="14" name="Group 13"/>
          <p:cNvGrpSpPr/>
          <p:nvPr/>
        </p:nvGrpSpPr>
        <p:grpSpPr>
          <a:xfrm rot="5400000">
            <a:off x="11578103" y="1350189"/>
            <a:ext cx="132763" cy="171288"/>
            <a:chOff x="6668087" y="1297746"/>
            <a:chExt cx="161840" cy="156602"/>
          </a:xfrm>
        </p:grpSpPr>
        <p:cxnSp>
          <p:nvCxnSpPr>
            <p:cNvPr id="11" name="Straight Connector 10"/>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grpSp>
        <p:nvGrpSpPr>
          <p:cNvPr id="18" name="Group 17"/>
          <p:cNvGrpSpPr/>
          <p:nvPr/>
        </p:nvGrpSpPr>
        <p:grpSpPr>
          <a:xfrm rot="5400000">
            <a:off x="11115579" y="1453352"/>
            <a:ext cx="132763" cy="171288"/>
            <a:chOff x="6668087" y="1297746"/>
            <a:chExt cx="161840" cy="156602"/>
          </a:xfrm>
        </p:grpSpPr>
        <p:cxnSp>
          <p:nvCxnSpPr>
            <p:cNvPr id="19" name="Straight Connector 18"/>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5" name="Date Placeholder 4"/>
          <p:cNvSpPr>
            <a:spLocks noGrp="1"/>
          </p:cNvSpPr>
          <p:nvPr>
            <p:ph type="dt" sz="half" idx="10"/>
          </p:nvPr>
        </p:nvSpPr>
        <p:spPr>
          <a:xfrm>
            <a:off x="8636000" y="55499"/>
            <a:ext cx="2844800" cy="365125"/>
          </a:xfrm>
        </p:spPr>
        <p:txBody>
          <a:bodyPr/>
          <a:lstStyle/>
          <a:p>
            <a:fld id="{4509A250-FF31-4206-8172-F9D3106AACB1}" type="datetimeFigureOut">
              <a:rPr lang="en-US" smtClean="0"/>
            </a:fld>
            <a:endParaRPr lang="en-US" dirty="0"/>
          </a:p>
        </p:txBody>
      </p:sp>
      <p:sp>
        <p:nvSpPr>
          <p:cNvPr id="6" name="Footer Placeholder 5"/>
          <p:cNvSpPr>
            <a:spLocks noGrp="1"/>
          </p:cNvSpPr>
          <p:nvPr>
            <p:ph type="ftr" sz="quarter" idx="11"/>
          </p:nvPr>
        </p:nvSpPr>
        <p:spPr>
          <a:xfrm>
            <a:off x="1219200" y="55499"/>
            <a:ext cx="7416800" cy="365125"/>
          </a:xfrm>
        </p:spPr>
        <p:txBody>
          <a:bodyPr/>
          <a:lstStyle/>
          <a:p>
            <a:endParaRPr lang="en-US" dirty="0"/>
          </a:p>
        </p:txBody>
      </p:sp>
      <p:sp>
        <p:nvSpPr>
          <p:cNvPr id="7" name="Slide Number Placeholder 6"/>
          <p:cNvSpPr>
            <a:spLocks noGrp="1"/>
          </p:cNvSpPr>
          <p:nvPr>
            <p:ph type="sldNum" sz="quarter" idx="12"/>
          </p:nvPr>
        </p:nvSpPr>
        <p:spPr>
          <a:xfrm>
            <a:off x="11480800" y="55499"/>
            <a:ext cx="609600" cy="365125"/>
          </a:xfrm>
        </p:spPr>
        <p:txBody>
          <a:bodyPr/>
          <a:lstStyle/>
          <a:p>
            <a:fld id="{D57F1E4F-1CFF-5643-939E-02111984F565}"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641600" cy="5851525"/>
          </a:xfrm>
        </p:spPr>
        <p:txBody>
          <a:bodyPr vert="eaVert" anchor="ctr"/>
          <a:lstStyle/>
          <a:p>
            <a:r>
              <a:rPr kumimoji="0" lang="en-US"/>
              <a:t>Click to edit Master title style</a:t>
            </a:r>
            <a:endParaRPr kumimoji="0" lang="en-US"/>
          </a:p>
        </p:txBody>
      </p:sp>
      <p:sp>
        <p:nvSpPr>
          <p:cNvPr id="3" name="Vertical Text Placeholder 2"/>
          <p:cNvSpPr>
            <a:spLocks noGrp="1"/>
          </p:cNvSpPr>
          <p:nvPr>
            <p:ph type="body" orient="vert" idx="1"/>
          </p:nvPr>
        </p:nvSpPr>
        <p:spPr>
          <a:xfrm>
            <a:off x="812800" y="274640"/>
            <a:ext cx="7823200" cy="5851525"/>
          </a:xfrm>
        </p:spPr>
        <p:txBody>
          <a:bodyPr vert="eaVert"/>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2" cstate="print"/>
          <a:srcRect t="33333"/>
          <a:stretch>
            <a:fillRect/>
          </a:stretch>
        </p:blipFill>
        <p:spPr>
          <a:xfrm>
            <a:off x="0" y="0"/>
            <a:ext cx="12192000" cy="4572000"/>
          </a:xfrm>
          <a:prstGeom prst="rect">
            <a:avLst/>
          </a:prstGeom>
        </p:spPr>
      </p:pic>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
        <p:nvSpPr>
          <p:cNvPr id="3" name="Subtitle 2"/>
          <p:cNvSpPr>
            <a:spLocks noGrp="1"/>
          </p:cNvSpPr>
          <p:nvPr>
            <p:ph type="subTitle" idx="1"/>
          </p:nvPr>
        </p:nvSpPr>
        <p:spPr>
          <a:xfrm>
            <a:off x="1625600" y="3886200"/>
            <a:ext cx="8534400" cy="1752600"/>
          </a:xfrm>
        </p:spPr>
        <p:txBody>
          <a:bodyPr>
            <a:normAutofit/>
          </a:bodyPr>
          <a:lstStyle>
            <a:lvl1pPr marL="0" indent="0" algn="ctr">
              <a:buNone/>
              <a:defRPr sz="1700" baseline="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2" name="Title 1"/>
          <p:cNvSpPr>
            <a:spLocks noGrp="1"/>
          </p:cNvSpPr>
          <p:nvPr>
            <p:ph type="ctrTitle"/>
          </p:nvPr>
        </p:nvSpPr>
        <p:spPr>
          <a:xfrm>
            <a:off x="914400" y="2007893"/>
            <a:ext cx="10363200" cy="1470025"/>
          </a:xfrm>
        </p:spPr>
        <p:txBody>
          <a:bodyPr/>
          <a:lstStyle>
            <a:lvl1pPr algn="ctr">
              <a:defRPr sz="3200"/>
            </a:lvl1pPr>
          </a:lstStyle>
          <a:p>
            <a:r>
              <a:rPr lang="en-US"/>
              <a:t>Click to edit Master title style</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
        <p:nvSpPr>
          <p:cNvPr id="8" name="Content Placeholder 7"/>
          <p:cNvSpPr>
            <a:spLocks noGrp="1"/>
          </p:cNvSpPr>
          <p:nvPr>
            <p:ph sz="quarter" idx="13"/>
          </p:nvPr>
        </p:nvSpPr>
        <p:spPr>
          <a:xfrm>
            <a:off x="812800" y="1600200"/>
            <a:ext cx="10566400" cy="41148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2803" y="4962530"/>
            <a:ext cx="10513484" cy="1362075"/>
          </a:xfrm>
        </p:spPr>
        <p:txBody>
          <a:bodyPr anchor="t"/>
          <a:lstStyle>
            <a:lvl1pPr algn="l">
              <a:defRPr sz="3200" b="0" i="0" cap="all" baseline="0"/>
            </a:lvl1pPr>
          </a:lstStyle>
          <a:p>
            <a:r>
              <a:rPr lang="en-US"/>
              <a:t>Click to edit Master title style</a:t>
            </a:r>
            <a:endParaRPr lang="en-US" dirty="0"/>
          </a:p>
        </p:txBody>
      </p:sp>
      <p:sp>
        <p:nvSpPr>
          <p:cNvPr id="3" name="Text Placeholder 2"/>
          <p:cNvSpPr>
            <a:spLocks noGrp="1"/>
          </p:cNvSpPr>
          <p:nvPr>
            <p:ph type="body" idx="1"/>
          </p:nvPr>
        </p:nvSpPr>
        <p:spPr>
          <a:xfrm>
            <a:off x="812803" y="3462343"/>
            <a:ext cx="10513484" cy="1500187"/>
          </a:xfrm>
        </p:spPr>
        <p:txBody>
          <a:bodyPr anchor="b">
            <a:normAutofit/>
          </a:bodyPr>
          <a:lstStyle>
            <a:lvl1pPr marL="0" indent="0">
              <a:buNone/>
              <a:defRPr sz="170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1" name="Content Placeholder 10"/>
          <p:cNvSpPr>
            <a:spLocks noGrp="1"/>
          </p:cNvSpPr>
          <p:nvPr>
            <p:ph sz="quarter" idx="13"/>
          </p:nvPr>
        </p:nvSpPr>
        <p:spPr>
          <a:xfrm>
            <a:off x="812800" y="1600200"/>
            <a:ext cx="4978400" cy="4114800"/>
          </a:xfrm>
        </p:spPr>
        <p:txBody>
          <a:bodyPr/>
          <a:lstStyle>
            <a:lvl5pPr>
              <a:defRPr/>
            </a:lvl5pPr>
            <a:lvl6pPr>
              <a:buClr>
                <a:schemeClr val="tx2"/>
              </a:buClr>
              <a:buFont typeface="Arial" panose="020B0604020202020204" pitchFamily="34" charset="0"/>
              <a:buChar char="•"/>
              <a:defRPr/>
            </a:lvl6pPr>
            <a:lvl7pPr>
              <a:buClr>
                <a:schemeClr val="tx2"/>
              </a:buClr>
              <a:buFont typeface="Arial" panose="020B0604020202020204" pitchFamily="34" charset="0"/>
              <a:buChar char="•"/>
              <a:defRPr/>
            </a:lvl7pPr>
            <a:lvl8pPr>
              <a:buClr>
                <a:schemeClr val="tx2"/>
              </a:buClr>
              <a:buFont typeface="Arial" panose="020B0604020202020204" pitchFamily="34" charset="0"/>
              <a:buChar char="•"/>
              <a:defRPr/>
            </a:lvl8pPr>
            <a:lvl9pPr>
              <a:buClr>
                <a:schemeClr val="tx2"/>
              </a:buClr>
              <a:buFont typeface="Arial" panose="020B0604020202020204" pitchFamily="34" charset="0"/>
              <a:buChar char="•"/>
              <a:defRPr/>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3" name="Content Placeholder 12"/>
          <p:cNvSpPr>
            <a:spLocks noGrp="1"/>
          </p:cNvSpPr>
          <p:nvPr>
            <p:ph sz="quarter" idx="14"/>
          </p:nvPr>
        </p:nvSpPr>
        <p:spPr>
          <a:xfrm>
            <a:off x="6400800" y="1600200"/>
            <a:ext cx="4978400" cy="41148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5" name="Date Placeholder 4"/>
          <p:cNvSpPr>
            <a:spLocks noGrp="1"/>
          </p:cNvSpPr>
          <p:nvPr>
            <p:ph type="dt" sz="half" idx="10"/>
          </p:nvPr>
        </p:nvSpPr>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3" name="Content Placeholder 12"/>
          <p:cNvSpPr>
            <a:spLocks noGrp="1"/>
          </p:cNvSpPr>
          <p:nvPr>
            <p:ph sz="quarter" idx="14"/>
          </p:nvPr>
        </p:nvSpPr>
        <p:spPr>
          <a:xfrm>
            <a:off x="6400800" y="2209800"/>
            <a:ext cx="49784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1" name="Content Placeholder 10"/>
          <p:cNvSpPr>
            <a:spLocks noGrp="1"/>
          </p:cNvSpPr>
          <p:nvPr>
            <p:ph sz="quarter" idx="13"/>
          </p:nvPr>
        </p:nvSpPr>
        <p:spPr>
          <a:xfrm>
            <a:off x="812800" y="2209800"/>
            <a:ext cx="49784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Title 1"/>
          <p:cNvSpPr>
            <a:spLocks noGrp="1"/>
          </p:cNvSpPr>
          <p:nvPr>
            <p:ph type="title"/>
          </p:nvPr>
        </p:nvSpPr>
        <p:spPr>
          <a:xfrm>
            <a:off x="812800" y="274638"/>
            <a:ext cx="10566400" cy="11430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2800" y="1600200"/>
            <a:ext cx="49784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5" name="Text Placeholder 4"/>
          <p:cNvSpPr>
            <a:spLocks noGrp="1"/>
          </p:cNvSpPr>
          <p:nvPr>
            <p:ph type="body" sz="quarter" idx="3"/>
          </p:nvPr>
        </p:nvSpPr>
        <p:spPr>
          <a:xfrm>
            <a:off x="6400800" y="1600200"/>
            <a:ext cx="49784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7" name="Date Placeholder 6"/>
          <p:cNvSpPr>
            <a:spLocks noGrp="1"/>
          </p:cNvSpPr>
          <p:nvPr>
            <p:ph type="dt" sz="half" idx="10"/>
          </p:nvPr>
        </p:nvSpPr>
        <p:spPr/>
        <p:txBody>
          <a:bodyPr/>
          <a:lstStyle/>
          <a:p>
            <a:fld id="{B9CA7F16-7EF7-4BAE-A533-BC5C8B1B0BEB}"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9CA7F16-7EF7-4BAE-A533-BC5C8B1B0BEB}"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CA7F16-7EF7-4BAE-A533-BC5C8B1B0BEB}"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Content Placeholder 8"/>
          <p:cNvSpPr>
            <a:spLocks noGrp="1"/>
          </p:cNvSpPr>
          <p:nvPr>
            <p:ph sz="quarter" idx="13"/>
          </p:nvPr>
        </p:nvSpPr>
        <p:spPr>
          <a:xfrm>
            <a:off x="5283200" y="1447800"/>
            <a:ext cx="6197600" cy="4267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Title 1"/>
          <p:cNvSpPr>
            <a:spLocks noGrp="1"/>
          </p:cNvSpPr>
          <p:nvPr>
            <p:ph type="title"/>
          </p:nvPr>
        </p:nvSpPr>
        <p:spPr>
          <a:xfrm>
            <a:off x="816864" y="1447800"/>
            <a:ext cx="3962400" cy="1097280"/>
          </a:xfrm>
        </p:spPr>
        <p:txBody>
          <a:bodyPr anchor="b"/>
          <a:lstStyle>
            <a:lvl1pPr algn="l">
              <a:defRPr sz="1800" b="0" i="0" cap="none" baseline="0">
                <a:solidFill>
                  <a:schemeClr val="tx2"/>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816864" y="2547895"/>
            <a:ext cx="3962400" cy="3167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pic>
        <p:nvPicPr>
          <p:cNvPr id="11" name="Picture 10" descr="horizon.png"/>
          <p:cNvPicPr>
            <a:picLocks noChangeAspect="1"/>
          </p:cNvPicPr>
          <p:nvPr/>
        </p:nvPicPr>
        <p:blipFill>
          <a:blip r:embed="rId2" cstate="print"/>
          <a:stretch>
            <a:fillRect/>
          </a:stretch>
        </p:blipFill>
        <p:spPr>
          <a:xfrm>
            <a:off x="0" y="0"/>
            <a:ext cx="12192000" cy="6858000"/>
          </a:xfrm>
          <a:prstGeom prst="rect">
            <a:avLst/>
          </a:prstGeom>
        </p:spPr>
      </p:pic>
      <p:sp>
        <p:nvSpPr>
          <p:cNvPr id="2" name="Title 1"/>
          <p:cNvSpPr>
            <a:spLocks noGrp="1"/>
          </p:cNvSpPr>
          <p:nvPr>
            <p:ph type="title"/>
          </p:nvPr>
        </p:nvSpPr>
        <p:spPr>
          <a:xfrm>
            <a:off x="812800" y="1447800"/>
            <a:ext cx="3962400" cy="1097280"/>
          </a:xfrm>
        </p:spPr>
        <p:txBody>
          <a:bodyPr anchor="b"/>
          <a:lstStyle>
            <a:lvl1pPr algn="l">
              <a:defRPr sz="1800" b="0" i="0" cap="none" baseline="0">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6209792" y="1447800"/>
            <a:ext cx="4559808" cy="3474720"/>
          </a:xfrm>
          <a:custGeom>
            <a:avLst/>
            <a:gdLst>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74450 w 3419856"/>
              <a:gd name="connsiteY9" fmla="*/ 3429000 h 3429000"/>
              <a:gd name="connsiteX10" fmla="*/ 21806 w 3419856"/>
              <a:gd name="connsiteY10" fmla="*/ 3407194 h 3429000"/>
              <a:gd name="connsiteX11" fmla="*/ 0 w 3419856"/>
              <a:gd name="connsiteY11" fmla="*/ 3354550 h 3429000"/>
              <a:gd name="connsiteX12" fmla="*/ 0 w 3419856"/>
              <a:gd name="connsiteY12" fmla="*/ 74450 h 3429000"/>
              <a:gd name="connsiteX0-1" fmla="*/ 0 w 3419856"/>
              <a:gd name="connsiteY0-2" fmla="*/ 74450 h 3429000"/>
              <a:gd name="connsiteX1-3" fmla="*/ 21806 w 3419856"/>
              <a:gd name="connsiteY1-4" fmla="*/ 21806 h 3429000"/>
              <a:gd name="connsiteX2-5" fmla="*/ 74450 w 3419856"/>
              <a:gd name="connsiteY2-6" fmla="*/ 0 h 3429000"/>
              <a:gd name="connsiteX3-7" fmla="*/ 3345406 w 3419856"/>
              <a:gd name="connsiteY3-8" fmla="*/ 0 h 3429000"/>
              <a:gd name="connsiteX4-9" fmla="*/ 3398050 w 3419856"/>
              <a:gd name="connsiteY4-10" fmla="*/ 21806 h 3429000"/>
              <a:gd name="connsiteX5-11" fmla="*/ 3419856 w 3419856"/>
              <a:gd name="connsiteY5-12" fmla="*/ 74450 h 3429000"/>
              <a:gd name="connsiteX6-13" fmla="*/ 3419856 w 3419856"/>
              <a:gd name="connsiteY6-14" fmla="*/ 3354550 h 3429000"/>
              <a:gd name="connsiteX7-15" fmla="*/ 3398050 w 3419856"/>
              <a:gd name="connsiteY7-16" fmla="*/ 3407194 h 3429000"/>
              <a:gd name="connsiteX8-17" fmla="*/ 3345406 w 3419856"/>
              <a:gd name="connsiteY8-18" fmla="*/ 3429000 h 3429000"/>
              <a:gd name="connsiteX9-19" fmla="*/ 21806 w 3419856"/>
              <a:gd name="connsiteY9-20" fmla="*/ 3407194 h 3429000"/>
              <a:gd name="connsiteX10-21" fmla="*/ 0 w 3419856"/>
              <a:gd name="connsiteY10-22" fmla="*/ 3354550 h 3429000"/>
              <a:gd name="connsiteX11-23" fmla="*/ 0 w 3419856"/>
              <a:gd name="connsiteY11-24" fmla="*/ 74450 h 3429000"/>
              <a:gd name="connsiteX0-25" fmla="*/ 0 w 3964392"/>
              <a:gd name="connsiteY0-26" fmla="*/ 74450 h 3415968"/>
              <a:gd name="connsiteX1-27" fmla="*/ 21806 w 3964392"/>
              <a:gd name="connsiteY1-28" fmla="*/ 21806 h 3415968"/>
              <a:gd name="connsiteX2-29" fmla="*/ 74450 w 3964392"/>
              <a:gd name="connsiteY2-30" fmla="*/ 0 h 3415968"/>
              <a:gd name="connsiteX3-31" fmla="*/ 3345406 w 3964392"/>
              <a:gd name="connsiteY3-32" fmla="*/ 0 h 3415968"/>
              <a:gd name="connsiteX4-33" fmla="*/ 3398050 w 3964392"/>
              <a:gd name="connsiteY4-34" fmla="*/ 21806 h 3415968"/>
              <a:gd name="connsiteX5-35" fmla="*/ 3419856 w 3964392"/>
              <a:gd name="connsiteY5-36" fmla="*/ 74450 h 3415968"/>
              <a:gd name="connsiteX6-37" fmla="*/ 3419856 w 3964392"/>
              <a:gd name="connsiteY6-38" fmla="*/ 3354550 h 3415968"/>
              <a:gd name="connsiteX7-39" fmla="*/ 3398050 w 3964392"/>
              <a:gd name="connsiteY7-40" fmla="*/ 3407194 h 3415968"/>
              <a:gd name="connsiteX8-41" fmla="*/ 21806 w 3964392"/>
              <a:gd name="connsiteY8-42" fmla="*/ 3407194 h 3415968"/>
              <a:gd name="connsiteX9-43" fmla="*/ 0 w 3964392"/>
              <a:gd name="connsiteY9-44" fmla="*/ 3354550 h 3415968"/>
              <a:gd name="connsiteX10-45" fmla="*/ 0 w 3964392"/>
              <a:gd name="connsiteY10-46" fmla="*/ 74450 h 3415968"/>
              <a:gd name="connsiteX0-47" fmla="*/ 0 w 3964392"/>
              <a:gd name="connsiteY0-48" fmla="*/ 74450 h 3415968"/>
              <a:gd name="connsiteX1-49" fmla="*/ 21806 w 3964392"/>
              <a:gd name="connsiteY1-50" fmla="*/ 21806 h 3415968"/>
              <a:gd name="connsiteX2-51" fmla="*/ 74450 w 3964392"/>
              <a:gd name="connsiteY2-52" fmla="*/ 0 h 3415968"/>
              <a:gd name="connsiteX3-53" fmla="*/ 3345406 w 3964392"/>
              <a:gd name="connsiteY3-54" fmla="*/ 0 h 3415968"/>
              <a:gd name="connsiteX4-55" fmla="*/ 3398050 w 3964392"/>
              <a:gd name="connsiteY4-56" fmla="*/ 21806 h 3415968"/>
              <a:gd name="connsiteX5-57" fmla="*/ 3419856 w 3964392"/>
              <a:gd name="connsiteY5-58" fmla="*/ 74450 h 3415968"/>
              <a:gd name="connsiteX6-59" fmla="*/ 3419856 w 3964392"/>
              <a:gd name="connsiteY6-60" fmla="*/ 3354550 h 3415968"/>
              <a:gd name="connsiteX7-61" fmla="*/ 3398050 w 3964392"/>
              <a:gd name="connsiteY7-62" fmla="*/ 3407194 h 3415968"/>
              <a:gd name="connsiteX8-63" fmla="*/ 21806 w 3964392"/>
              <a:gd name="connsiteY8-64" fmla="*/ 3407194 h 3415968"/>
              <a:gd name="connsiteX9-65" fmla="*/ 0 w 3964392"/>
              <a:gd name="connsiteY9-66" fmla="*/ 3354550 h 3415968"/>
              <a:gd name="connsiteX10-67" fmla="*/ 0 w 3964392"/>
              <a:gd name="connsiteY10-68" fmla="*/ 74450 h 3415968"/>
              <a:gd name="connsiteX0-69" fmla="*/ 0 w 3968026"/>
              <a:gd name="connsiteY0-70" fmla="*/ 74450 h 3910007"/>
              <a:gd name="connsiteX1-71" fmla="*/ 21806 w 3968026"/>
              <a:gd name="connsiteY1-72" fmla="*/ 21806 h 3910007"/>
              <a:gd name="connsiteX2-73" fmla="*/ 74450 w 3968026"/>
              <a:gd name="connsiteY2-74" fmla="*/ 0 h 3910007"/>
              <a:gd name="connsiteX3-75" fmla="*/ 3345406 w 3968026"/>
              <a:gd name="connsiteY3-76" fmla="*/ 0 h 3910007"/>
              <a:gd name="connsiteX4-77" fmla="*/ 3398050 w 3968026"/>
              <a:gd name="connsiteY4-78" fmla="*/ 21806 h 3910007"/>
              <a:gd name="connsiteX5-79" fmla="*/ 3419856 w 3968026"/>
              <a:gd name="connsiteY5-80" fmla="*/ 74450 h 3910007"/>
              <a:gd name="connsiteX6-81" fmla="*/ 3419856 w 3968026"/>
              <a:gd name="connsiteY6-82" fmla="*/ 3354550 h 3910007"/>
              <a:gd name="connsiteX7-83" fmla="*/ 3398050 w 3968026"/>
              <a:gd name="connsiteY7-84" fmla="*/ 3407194 h 3910007"/>
              <a:gd name="connsiteX8-85" fmla="*/ 0 w 3968026"/>
              <a:gd name="connsiteY8-86" fmla="*/ 3354550 h 3910007"/>
              <a:gd name="connsiteX9-87" fmla="*/ 0 w 3968026"/>
              <a:gd name="connsiteY9-88" fmla="*/ 74450 h 3910007"/>
              <a:gd name="connsiteX0-89" fmla="*/ 0 w 3419856"/>
              <a:gd name="connsiteY0-90" fmla="*/ 74450 h 3901233"/>
              <a:gd name="connsiteX1-91" fmla="*/ 21806 w 3419856"/>
              <a:gd name="connsiteY1-92" fmla="*/ 21806 h 3901233"/>
              <a:gd name="connsiteX2-93" fmla="*/ 74450 w 3419856"/>
              <a:gd name="connsiteY2-94" fmla="*/ 0 h 3901233"/>
              <a:gd name="connsiteX3-95" fmla="*/ 3345406 w 3419856"/>
              <a:gd name="connsiteY3-96" fmla="*/ 0 h 3901233"/>
              <a:gd name="connsiteX4-97" fmla="*/ 3398050 w 3419856"/>
              <a:gd name="connsiteY4-98" fmla="*/ 21806 h 3901233"/>
              <a:gd name="connsiteX5-99" fmla="*/ 3419856 w 3419856"/>
              <a:gd name="connsiteY5-100" fmla="*/ 74450 h 3901233"/>
              <a:gd name="connsiteX6-101" fmla="*/ 3419856 w 3419856"/>
              <a:gd name="connsiteY6-102" fmla="*/ 3354550 h 3901233"/>
              <a:gd name="connsiteX7-103" fmla="*/ 0 w 3419856"/>
              <a:gd name="connsiteY7-104" fmla="*/ 3354550 h 3901233"/>
              <a:gd name="connsiteX8-105" fmla="*/ 0 w 3419856"/>
              <a:gd name="connsiteY8-106" fmla="*/ 74450 h 3901233"/>
              <a:gd name="connsiteX0-107" fmla="*/ 0 w 3419856"/>
              <a:gd name="connsiteY0-108" fmla="*/ 74450 h 3354550"/>
              <a:gd name="connsiteX1-109" fmla="*/ 21806 w 3419856"/>
              <a:gd name="connsiteY1-110" fmla="*/ 21806 h 3354550"/>
              <a:gd name="connsiteX2-111" fmla="*/ 74450 w 3419856"/>
              <a:gd name="connsiteY2-112" fmla="*/ 0 h 3354550"/>
              <a:gd name="connsiteX3-113" fmla="*/ 3345406 w 3419856"/>
              <a:gd name="connsiteY3-114" fmla="*/ 0 h 3354550"/>
              <a:gd name="connsiteX4-115" fmla="*/ 3398050 w 3419856"/>
              <a:gd name="connsiteY4-116" fmla="*/ 21806 h 3354550"/>
              <a:gd name="connsiteX5-117" fmla="*/ 3419856 w 3419856"/>
              <a:gd name="connsiteY5-118" fmla="*/ 74450 h 3354550"/>
              <a:gd name="connsiteX6-119" fmla="*/ 3419856 w 3419856"/>
              <a:gd name="connsiteY6-120" fmla="*/ 3354550 h 3354550"/>
              <a:gd name="connsiteX7-121" fmla="*/ 0 w 3419856"/>
              <a:gd name="connsiteY7-122" fmla="*/ 3354550 h 3354550"/>
              <a:gd name="connsiteX8-123" fmla="*/ 0 w 3419856"/>
              <a:gd name="connsiteY8-124" fmla="*/ 74450 h 335455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3419856" h="3354550">
                <a:moveTo>
                  <a:pt x="0" y="74450"/>
                </a:moveTo>
                <a:cubicBezTo>
                  <a:pt x="0" y="54705"/>
                  <a:pt x="7844" y="35768"/>
                  <a:pt x="21806" y="21806"/>
                </a:cubicBezTo>
                <a:cubicBezTo>
                  <a:pt x="35768" y="7844"/>
                  <a:pt x="54705" y="0"/>
                  <a:pt x="74450" y="0"/>
                </a:cubicBezTo>
                <a:lnTo>
                  <a:pt x="3345406" y="0"/>
                </a:lnTo>
                <a:cubicBezTo>
                  <a:pt x="3365151" y="0"/>
                  <a:pt x="3384088" y="7844"/>
                  <a:pt x="3398050" y="21806"/>
                </a:cubicBezTo>
                <a:cubicBezTo>
                  <a:pt x="3412012" y="35768"/>
                  <a:pt x="3419856" y="54705"/>
                  <a:pt x="3419856" y="74450"/>
                </a:cubicBezTo>
                <a:lnTo>
                  <a:pt x="3419856" y="3354550"/>
                </a:lnTo>
                <a:lnTo>
                  <a:pt x="0" y="3354550"/>
                </a:lnTo>
                <a:lnTo>
                  <a:pt x="0" y="74450"/>
                </a:lnTo>
                <a:close/>
              </a:path>
            </a:pathLst>
          </a:custGeom>
        </p:spPr>
        <p:txBody>
          <a:bodyPr>
            <a:normAutofit/>
          </a:bodyPr>
          <a:lstStyle>
            <a:lvl1pPr marL="0" indent="0" algn="ctr">
              <a:buNone/>
              <a:defRPr sz="2000" baseline="0">
                <a:solidFill>
                  <a:schemeClr val="tx1">
                    <a:lumMod val="6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12800" y="2547893"/>
            <a:ext cx="3962400" cy="2405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3"/>
            <a:ext cx="2743200" cy="585152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09600" y="274643"/>
            <a:ext cx="80264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showMasterSp="0">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1988800" y="3048"/>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828800" y="2819400"/>
            <a:ext cx="85344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endParaRPr kumimoji="0" lang="en-US"/>
          </a:p>
        </p:txBody>
      </p:sp>
      <p:sp>
        <p:nvSpPr>
          <p:cNvPr id="28" name="Date Placeholder 27"/>
          <p:cNvSpPr>
            <a:spLocks noGrp="1"/>
          </p:cNvSpPr>
          <p:nvPr>
            <p:ph type="dt" sz="half" idx="10"/>
          </p:nvPr>
        </p:nvSpPr>
        <p:spPr/>
        <p:txBody>
          <a:bodyPr/>
          <a:lstStyle/>
          <a:p>
            <a:fld id="{B9CA7F16-7EF7-4BAE-A533-BC5C8B1B0BEB}" type="datetimeFigureOut">
              <a:rPr lang="en-US" smtClean="0"/>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207264" y="2420112"/>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5791200" y="2199457"/>
            <a:ext cx="609600" cy="441325"/>
          </a:xfrm>
        </p:spPr>
        <p:txBody>
          <a:bodyPr/>
          <a:lstStyle>
            <a:lvl1pPr>
              <a:defRPr>
                <a:solidFill>
                  <a:schemeClr val="accent3">
                    <a:shade val="75000"/>
                  </a:schemeClr>
                </a:solidFill>
              </a:defRPr>
            </a:lvl1pPr>
          </a:lstStyle>
          <a:p>
            <a:fld id="{8A3A827A-826E-4A0B-AEA4-130148450C5D}" type="slidenum">
              <a:rPr lang="en-US" smtClean="0"/>
            </a:fld>
            <a:endParaRPr lang="en-US"/>
          </a:p>
        </p:txBody>
      </p:sp>
      <p:sp>
        <p:nvSpPr>
          <p:cNvPr id="8" name="Title 7"/>
          <p:cNvSpPr>
            <a:spLocks noGrp="1"/>
          </p:cNvSpPr>
          <p:nvPr>
            <p:ph type="ctrTitle"/>
          </p:nvPr>
        </p:nvSpPr>
        <p:spPr>
          <a:xfrm>
            <a:off x="914400" y="381000"/>
            <a:ext cx="10363200" cy="1752600"/>
          </a:xfrm>
        </p:spPr>
        <p:txBody>
          <a:bodyPr anchor="b"/>
          <a:lstStyle>
            <a:lvl1pPr>
              <a:defRPr sz="4200">
                <a:solidFill>
                  <a:schemeClr val="accent1"/>
                </a:solidFill>
              </a:defRPr>
            </a:lvl1pPr>
          </a:lstStyle>
          <a:p>
            <a:r>
              <a:rPr kumimoji="0" lang="en-US"/>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a:t>Click to edit Master title style</a:t>
            </a:r>
            <a:endParaRPr kumimoji="0"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5815584" y="1026379"/>
            <a:ext cx="609600" cy="441325"/>
          </a:xfrm>
        </p:spPr>
        <p:txBody>
          <a:bodyPr/>
          <a:lstStyle/>
          <a:p>
            <a:fld id="{8A3A827A-826E-4A0B-AEA4-130148450C5D}" type="slidenum">
              <a:rPr lang="en-US" smtClean="0"/>
            </a:fld>
            <a:endParaRPr lang="en-US"/>
          </a:p>
        </p:txBody>
      </p:sp>
      <p:sp>
        <p:nvSpPr>
          <p:cNvPr id="8" name="Content Placeholder 7"/>
          <p:cNvSpPr>
            <a:spLocks noGrp="1"/>
          </p:cNvSpPr>
          <p:nvPr>
            <p:ph sz="quarter" idx="1"/>
          </p:nvPr>
        </p:nvSpPr>
        <p:spPr>
          <a:xfrm>
            <a:off x="402336" y="1527048"/>
            <a:ext cx="11338560" cy="4572000"/>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11988800" y="1905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203200" y="2286000"/>
            <a:ext cx="11777472"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207264" y="142352"/>
            <a:ext cx="11777472"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824568" y="2743200"/>
            <a:ext cx="8640232"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endParaRPr kumimoji="0" lang="en-US"/>
          </a:p>
        </p:txBody>
      </p:sp>
      <p:sp>
        <p:nvSpPr>
          <p:cNvPr id="13" name="Rectangle 12"/>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8" name="Straight Connector 7"/>
          <p:cNvSpPr>
            <a:spLocks noChangeShapeType="1"/>
          </p:cNvSpPr>
          <p:nvPr/>
        </p:nvSpPr>
        <p:spPr bwMode="auto">
          <a:xfrm>
            <a:off x="203200" y="2438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5791200" y="2199457"/>
            <a:ext cx="609600" cy="441325"/>
          </a:xfrm>
        </p:spPr>
        <p:txBody>
          <a:bodyPr/>
          <a:lstStyle>
            <a:lvl1pPr>
              <a:defRPr>
                <a:solidFill>
                  <a:schemeClr val="accent3">
                    <a:shade val="75000"/>
                  </a:schemeClr>
                </a:solidFill>
              </a:defRPr>
            </a:lvl1pPr>
          </a:lstStyle>
          <a:p>
            <a:fld id="{8A3A827A-826E-4A0B-AEA4-130148450C5D}" type="slidenum">
              <a:rPr lang="en-US" smtClean="0"/>
            </a:fld>
            <a:endParaRPr lang="en-US"/>
          </a:p>
        </p:txBody>
      </p:sp>
      <p:sp>
        <p:nvSpPr>
          <p:cNvPr id="2" name="Title 1"/>
          <p:cNvSpPr>
            <a:spLocks noGrp="1"/>
          </p:cNvSpPr>
          <p:nvPr>
            <p:ph type="title"/>
          </p:nvPr>
        </p:nvSpPr>
        <p:spPr>
          <a:xfrm>
            <a:off x="963084" y="533400"/>
            <a:ext cx="10363200" cy="1524000"/>
          </a:xfrm>
        </p:spPr>
        <p:txBody>
          <a:bodyPr anchor="b"/>
          <a:lstStyle>
            <a:lvl1pPr algn="ctr">
              <a:buNone/>
              <a:defRPr sz="4200" b="0" cap="none" baseline="0">
                <a:solidFill>
                  <a:srgbClr val="FFFFFF"/>
                </a:solidFill>
              </a:defRPr>
            </a:lvl1pPr>
          </a:lstStyle>
          <a:p>
            <a:r>
              <a:rPr kumimoji="0" lang="en-US"/>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02336" y="228600"/>
            <a:ext cx="11379200" cy="758952"/>
          </a:xfrm>
        </p:spPr>
        <p:txBody>
          <a:bodyPr/>
          <a:lstStyle/>
          <a:p>
            <a:r>
              <a:rPr kumimoji="0" lang="en-US"/>
              <a:t>Click to edit Master title style</a:t>
            </a:r>
            <a:endParaRPr kumimoji="0" lang="en-US"/>
          </a:p>
        </p:txBody>
      </p:sp>
      <p:sp>
        <p:nvSpPr>
          <p:cNvPr id="5" name="Date Placeholder 4"/>
          <p:cNvSpPr>
            <a:spLocks noGrp="1"/>
          </p:cNvSpPr>
          <p:nvPr>
            <p:ph type="dt" sz="half" idx="10"/>
          </p:nvPr>
        </p:nvSpPr>
        <p:spPr>
          <a:xfrm>
            <a:off x="7721600" y="6409944"/>
            <a:ext cx="4059936" cy="365760"/>
          </a:xfrm>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fld>
            <a:endParaRPr lang="en-US"/>
          </a:p>
        </p:txBody>
      </p:sp>
      <p:sp>
        <p:nvSpPr>
          <p:cNvPr id="8" name="Straight Connector 7"/>
          <p:cNvSpPr>
            <a:spLocks noChangeShapeType="1"/>
          </p:cNvSpPr>
          <p:nvPr/>
        </p:nvSpPr>
        <p:spPr bwMode="auto">
          <a:xfrm flipV="1">
            <a:off x="6084111" y="1575654"/>
            <a:ext cx="11895"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402336" y="1371600"/>
            <a:ext cx="5384800" cy="4681728"/>
          </a:xfrm>
        </p:spPr>
        <p:txBody>
          <a:bodyPr/>
          <a:lstStyle>
            <a:lvl1pPr>
              <a:defRPr sz="2500"/>
            </a:lvl1p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2" name="Content Placeholder 11"/>
          <p:cNvSpPr>
            <a:spLocks noGrp="1"/>
          </p:cNvSpPr>
          <p:nvPr>
            <p:ph sz="half" idx="2"/>
          </p:nvPr>
        </p:nvSpPr>
        <p:spPr>
          <a:xfrm>
            <a:off x="6400800" y="1371600"/>
            <a:ext cx="5384800" cy="4681728"/>
          </a:xfrm>
        </p:spPr>
        <p:txBody>
          <a:bodyPr/>
          <a:lstStyle>
            <a:lvl1pPr>
              <a:defRPr sz="2500"/>
            </a:lvl1p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showMasterSp="0">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6096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12192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203200" y="1371600"/>
            <a:ext cx="11777472"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94564" y="6391656"/>
            <a:ext cx="11777472"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402336" y="1524000"/>
            <a:ext cx="5386917"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endParaRPr kumimoji="0" lang="en-US"/>
          </a:p>
        </p:txBody>
      </p:sp>
      <p:sp>
        <p:nvSpPr>
          <p:cNvPr id="4" name="Text Placeholder 3"/>
          <p:cNvSpPr>
            <a:spLocks noGrp="1"/>
          </p:cNvSpPr>
          <p:nvPr>
            <p:ph type="body" sz="half" idx="3"/>
          </p:nvPr>
        </p:nvSpPr>
        <p:spPr>
          <a:xfrm>
            <a:off x="6388445" y="1524000"/>
            <a:ext cx="5389033"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endParaRPr kumimoji="0" lang="en-US"/>
          </a:p>
        </p:txBody>
      </p:sp>
      <p:sp>
        <p:nvSpPr>
          <p:cNvPr id="7" name="Date Placeholder 6"/>
          <p:cNvSpPr>
            <a:spLocks noGrp="1"/>
          </p:cNvSpPr>
          <p:nvPr>
            <p:ph type="dt" sz="half" idx="10"/>
          </p:nvPr>
        </p:nvSpPr>
        <p:spPr/>
        <p:txBody>
          <a:bodyPr/>
          <a:lstStyle/>
          <a:p>
            <a:fld id="{B9CA7F16-7EF7-4BAE-A533-BC5C8B1B0BEB}" type="datetimeFigureOut">
              <a:rPr lang="en-US" smtClean="0"/>
            </a:fld>
            <a:endParaRPr lang="en-US"/>
          </a:p>
        </p:txBody>
      </p:sp>
      <p:sp>
        <p:nvSpPr>
          <p:cNvPr id="8" name="Footer Placeholder 7"/>
          <p:cNvSpPr>
            <a:spLocks noGrp="1"/>
          </p:cNvSpPr>
          <p:nvPr>
            <p:ph type="ftr" sz="quarter" idx="11"/>
          </p:nvPr>
        </p:nvSpPr>
        <p:spPr>
          <a:xfrm>
            <a:off x="406400" y="6409944"/>
            <a:ext cx="4775200" cy="365760"/>
          </a:xfrm>
        </p:spPr>
        <p:txBody>
          <a:bodyPr/>
          <a:lstStyle/>
          <a:p>
            <a:endParaRPr lang="en-US"/>
          </a:p>
        </p:txBody>
      </p:sp>
      <p:sp>
        <p:nvSpPr>
          <p:cNvPr id="15" name="Straight Connector 14"/>
          <p:cNvSpPr>
            <a:spLocks noChangeShapeType="1"/>
          </p:cNvSpPr>
          <p:nvPr/>
        </p:nvSpPr>
        <p:spPr bwMode="auto">
          <a:xfrm>
            <a:off x="203200" y="128016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402336" y="2471383"/>
            <a:ext cx="5388864" cy="3818404"/>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26" name="Content Placeholder 25"/>
          <p:cNvSpPr>
            <a:spLocks noGrp="1"/>
          </p:cNvSpPr>
          <p:nvPr>
            <p:ph sz="quarter" idx="4"/>
          </p:nvPr>
        </p:nvSpPr>
        <p:spPr>
          <a:xfrm>
            <a:off x="6400800" y="2471383"/>
            <a:ext cx="5384800" cy="3822192"/>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25" name="Oval 24"/>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5791200" y="1042423"/>
            <a:ext cx="609600" cy="441325"/>
          </a:xfrm>
        </p:spPr>
        <p:txBody>
          <a:bodyPr/>
          <a:lstStyle>
            <a:lvl1pPr algn="ctr">
              <a:defRPr/>
            </a:lvl1pPr>
          </a:lstStyle>
          <a:p>
            <a:fld id="{8A3A827A-826E-4A0B-AEA4-130148450C5D}" type="slidenum">
              <a:rPr lang="en-US" smtClean="0"/>
            </a:fld>
            <a:endParaRPr lang="en-US"/>
          </a:p>
        </p:txBody>
      </p:sp>
      <p:sp>
        <p:nvSpPr>
          <p:cNvPr id="23" name="Title 22"/>
          <p:cNvSpPr>
            <a:spLocks noGrp="1"/>
          </p:cNvSpPr>
          <p:nvPr>
            <p:ph type="title"/>
          </p:nvPr>
        </p:nvSpPr>
        <p:spPr/>
        <p:txBody>
          <a:bodyPr rtlCol="0" anchor="b" anchorCtr="0"/>
          <a:lstStyle/>
          <a:p>
            <a:r>
              <a:rPr kumimoji="0" lang="en-US"/>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3" name="Date Placeholder 2"/>
          <p:cNvSpPr>
            <a:spLocks noGrp="1"/>
          </p:cNvSpPr>
          <p:nvPr>
            <p:ph type="dt" sz="half" idx="10"/>
          </p:nvPr>
        </p:nvSpPr>
        <p:spPr/>
        <p:txBody>
          <a:bodyPr/>
          <a:lstStyle/>
          <a:p>
            <a:fld id="{B9CA7F16-7EF7-4BAE-A533-BC5C8B1B0BEB}"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5791200" y="1036027"/>
            <a:ext cx="609600" cy="441325"/>
          </a:xfrm>
        </p:spPr>
        <p:txBody>
          <a:bodyPr/>
          <a:lstStyle/>
          <a:p>
            <a:fld id="{8A3A827A-826E-4A0B-AEA4-130148450C5D}" type="slidenum">
              <a:rPr lang="en-US" smtClean="0"/>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203200" y="158496"/>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B9CA7F16-7EF7-4BAE-A533-BC5C8B1B0BEB}"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5689600" y="6324600"/>
            <a:ext cx="812800" cy="441324"/>
          </a:xfrm>
        </p:spPr>
        <p:txBody>
          <a:bodyPr/>
          <a:lstStyle>
            <a:lvl1pPr>
              <a:defRPr>
                <a:solidFill>
                  <a:srgbClr val="FFFFFF"/>
                </a:solidFill>
              </a:defRPr>
            </a:lvl1pPr>
          </a:lstStyle>
          <a:p>
            <a:fld id="{8A3A827A-826E-4A0B-AEA4-130148450C5D}" type="slidenum">
              <a:rPr lang="en-US" smtClean="0"/>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203200" y="152400"/>
            <a:ext cx="11777472"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508000" y="914400"/>
            <a:ext cx="3149600" cy="990600"/>
          </a:xfrm>
        </p:spPr>
        <p:txBody>
          <a:bodyPr anchor="b">
            <a:noAutofit/>
          </a:bodyPr>
          <a:lstStyle>
            <a:lvl1pPr algn="l">
              <a:buNone/>
              <a:defRPr sz="2200" b="1">
                <a:solidFill>
                  <a:srgbClr val="FFFFFF"/>
                </a:solidFill>
              </a:defRPr>
            </a:lvl1pPr>
          </a:lstStyle>
          <a:p>
            <a:r>
              <a:rPr kumimoji="0" lang="en-US"/>
              <a:t>Click to edit Master title style</a:t>
            </a:r>
            <a:endParaRPr kumimoji="0" lang="en-US"/>
          </a:p>
        </p:txBody>
      </p:sp>
      <p:sp>
        <p:nvSpPr>
          <p:cNvPr id="3" name="Text Placeholder 2"/>
          <p:cNvSpPr>
            <a:spLocks noGrp="1"/>
          </p:cNvSpPr>
          <p:nvPr>
            <p:ph type="body" idx="2"/>
          </p:nvPr>
        </p:nvSpPr>
        <p:spPr>
          <a:xfrm>
            <a:off x="508000" y="1981207"/>
            <a:ext cx="31496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endParaRPr kumimoji="0" lang="en-US"/>
          </a:p>
        </p:txBody>
      </p:sp>
      <p:sp>
        <p:nvSpPr>
          <p:cNvPr id="8" name="Rectangle 7"/>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4165600" y="685800"/>
            <a:ext cx="7518400" cy="5410200"/>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0" name="Oval 9"/>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828800" y="312745"/>
            <a:ext cx="609600" cy="441325"/>
          </a:xfrm>
        </p:spPr>
        <p:txBody>
          <a:bodyPr/>
          <a:lstStyle>
            <a:lvl1pPr>
              <a:defRPr>
                <a:solidFill>
                  <a:schemeClr val="accent3">
                    <a:shade val="75000"/>
                  </a:schemeClr>
                </a:solidFill>
              </a:defRPr>
            </a:lvl1pPr>
          </a:lstStyle>
          <a:p>
            <a:fld id="{8A3A827A-826E-4A0B-AEA4-130148450C5D}" type="slidenum">
              <a:rPr lang="en-US" smtClean="0"/>
            </a:fld>
            <a:endParaRPr lang="en-US"/>
          </a:p>
        </p:txBody>
      </p:sp>
      <p:sp>
        <p:nvSpPr>
          <p:cNvPr id="21" name="Rectangle 20"/>
          <p:cNvSpPr>
            <a:spLocks noChangeArrowheads="1"/>
          </p:cNvSpPr>
          <p:nvPr/>
        </p:nvSpPr>
        <p:spPr bwMode="auto">
          <a:xfrm>
            <a:off x="199136" y="6388392"/>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a:xfrm>
            <a:off x="402336" y="6410848"/>
            <a:ext cx="4511040" cy="365760"/>
          </a:xfrm>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203200" y="152400"/>
            <a:ext cx="11777472"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828800" y="312745"/>
            <a:ext cx="609600" cy="441325"/>
          </a:xfrm>
        </p:spPr>
        <p:txBody>
          <a:bodyPr/>
          <a:lstStyle/>
          <a:p>
            <a:fld id="{8A3A827A-826E-4A0B-AEA4-130148450C5D}" type="slidenum">
              <a:rPr lang="en-US" smtClean="0"/>
            </a:fld>
            <a:endParaRPr lang="en-US"/>
          </a:p>
        </p:txBody>
      </p:sp>
      <p:sp>
        <p:nvSpPr>
          <p:cNvPr id="2" name="Title 1"/>
          <p:cNvSpPr>
            <a:spLocks noGrp="1"/>
          </p:cNvSpPr>
          <p:nvPr>
            <p:ph type="title"/>
          </p:nvPr>
        </p:nvSpPr>
        <p:spPr>
          <a:xfrm>
            <a:off x="4000500" y="5029200"/>
            <a:ext cx="7823200" cy="1219200"/>
          </a:xfrm>
        </p:spPr>
        <p:txBody>
          <a:bodyPr anchor="t">
            <a:noAutofit/>
          </a:bodyPr>
          <a:lstStyle>
            <a:lvl1pPr algn="l">
              <a:buNone/>
              <a:defRPr sz="2400" b="1">
                <a:solidFill>
                  <a:schemeClr val="tx2"/>
                </a:solidFill>
              </a:defRPr>
            </a:lvl1pPr>
          </a:lstStyle>
          <a:p>
            <a:r>
              <a:rPr kumimoji="0" lang="en-US"/>
              <a:t>Click to edit Master title style</a:t>
            </a:r>
            <a:endParaRPr kumimoji="0" lang="en-US"/>
          </a:p>
        </p:txBody>
      </p:sp>
      <p:sp>
        <p:nvSpPr>
          <p:cNvPr id="3" name="Picture Placeholder 2"/>
          <p:cNvSpPr>
            <a:spLocks noGrp="1"/>
          </p:cNvSpPr>
          <p:nvPr>
            <p:ph type="pic" idx="1"/>
          </p:nvPr>
        </p:nvSpPr>
        <p:spPr>
          <a:xfrm>
            <a:off x="4000500" y="609600"/>
            <a:ext cx="7823200" cy="4267200"/>
          </a:xfrm>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508000" y="990600"/>
            <a:ext cx="32512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endParaRPr kumimoji="0" lang="en-US"/>
          </a:p>
        </p:txBody>
      </p:sp>
      <p:sp>
        <p:nvSpPr>
          <p:cNvPr id="22" name="Rectangle 21"/>
          <p:cNvSpPr>
            <a:spLocks noChangeArrowheads="1"/>
          </p:cNvSpPr>
          <p:nvPr/>
        </p:nvSpPr>
        <p:spPr bwMode="auto">
          <a:xfrm>
            <a:off x="199136" y="6388392"/>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7717536" y="6404984"/>
            <a:ext cx="4059936" cy="365760"/>
          </a:xfrm>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a:xfrm>
            <a:off x="402336" y="6410848"/>
            <a:ext cx="4779264" cy="365760"/>
          </a:xfrm>
        </p:spPr>
        <p:txBody>
          <a:bodyPr/>
          <a:lstStyle/>
          <a:p>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9347200" y="0"/>
            <a:ext cx="28448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6403340"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9119616" y="2925763"/>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9245600" y="3020251"/>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9221216" y="3009908"/>
            <a:ext cx="609600" cy="441325"/>
          </a:xfrm>
        </p:spPr>
        <p:txBody>
          <a:bodyPr/>
          <a:lstStyle/>
          <a:p>
            <a:fld id="{8A3A827A-826E-4A0B-AEA4-130148450C5D}" type="slidenum">
              <a:rPr lang="en-US" smtClean="0"/>
            </a:fld>
            <a:endParaRPr lang="en-US"/>
          </a:p>
        </p:txBody>
      </p:sp>
      <p:sp>
        <p:nvSpPr>
          <p:cNvPr id="3" name="Vertical Text Placeholder 2"/>
          <p:cNvSpPr>
            <a:spLocks noGrp="1"/>
          </p:cNvSpPr>
          <p:nvPr>
            <p:ph type="body" orient="vert" idx="1"/>
          </p:nvPr>
        </p:nvSpPr>
        <p:spPr>
          <a:xfrm>
            <a:off x="406400" y="304800"/>
            <a:ext cx="8737600" cy="5821366"/>
          </a:xfrm>
        </p:spPr>
        <p:txBody>
          <a:bodyPr vert="eaVert"/>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9855200" y="304808"/>
            <a:ext cx="1930400" cy="5851525"/>
          </a:xfrm>
        </p:spPr>
        <p:txBody>
          <a:bodyPr vert="eaVert"/>
          <a:lstStyle/>
          <a:p>
            <a:r>
              <a:rPr kumimoji="0" lang="en-US"/>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6" name="Rounded Rectangle 15"/>
          <p:cNvSpPr/>
          <p:nvPr/>
        </p:nvSpPr>
        <p:spPr>
          <a:xfrm>
            <a:off x="304800" y="228600"/>
            <a:ext cx="11594592"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82220" y="5353963"/>
            <a:ext cx="11631168" cy="1331580"/>
            <a:chOff x="-3905250" y="4294188"/>
            <a:chExt cx="13011150" cy="1892300"/>
          </a:xfrm>
        </p:grpSpPr>
        <p:sp>
          <p:nvSpPr>
            <p:cNvPr id="11"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2"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3"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4"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5"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ctrTitle"/>
          </p:nvPr>
        </p:nvSpPr>
        <p:spPr>
          <a:xfrm>
            <a:off x="914400" y="1600200"/>
            <a:ext cx="10363200" cy="1780108"/>
          </a:xfrm>
        </p:spPr>
        <p:txBody>
          <a:bodyPr anchor="b">
            <a:normAutofit/>
          </a:bodyPr>
          <a:lstStyle>
            <a:lvl1pPr>
              <a:defRPr sz="440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828800" y="3556001"/>
            <a:ext cx="85344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
        <p:nvSpPr>
          <p:cNvPr id="7" name="Title 6"/>
          <p:cNvSpPr>
            <a:spLocks noGrp="1"/>
          </p:cNvSpPr>
          <p:nvPr>
            <p:ph type="title"/>
          </p:nvPr>
        </p:nvSpPr>
        <p:spPr/>
        <p:txBody>
          <a:bodyPr/>
          <a:lstStyle/>
          <a:p>
            <a:r>
              <a:rPr lang="en-US"/>
              <a:t>Click to edit Master title style</a:t>
            </a:r>
            <a:endParaRPr 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14" name="Rounded Rectangle 13"/>
          <p:cNvSpPr/>
          <p:nvPr/>
        </p:nvSpPr>
        <p:spPr>
          <a:xfrm>
            <a:off x="304800" y="228600"/>
            <a:ext cx="11594592"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p:nvPr/>
        </p:nvSpPr>
        <p:spPr bwMode="hidden">
          <a:xfrm>
            <a:off x="8063257" y="4203592"/>
            <a:ext cx="383523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0" name="Freeform 18"/>
          <p:cNvSpPr/>
          <p:nvPr/>
        </p:nvSpPr>
        <p:spPr bwMode="hidden">
          <a:xfrm>
            <a:off x="3492433" y="4075290"/>
            <a:ext cx="7392687"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1" name="Freeform 22"/>
          <p:cNvSpPr/>
          <p:nvPr/>
        </p:nvSpPr>
        <p:spPr bwMode="hidden">
          <a:xfrm>
            <a:off x="3771637" y="4087562"/>
            <a:ext cx="729064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2" name="Freeform 26"/>
          <p:cNvSpPr/>
          <p:nvPr/>
        </p:nvSpPr>
        <p:spPr bwMode="hidden">
          <a:xfrm>
            <a:off x="7479321" y="4074183"/>
            <a:ext cx="4410667"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3" name="Freeform 10"/>
          <p:cNvSpPr/>
          <p:nvPr/>
        </p:nvSpPr>
        <p:spPr bwMode="hidden">
          <a:xfrm>
            <a:off x="282220" y="4058555"/>
            <a:ext cx="11631168"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sp>
        <p:nvSpPr>
          <p:cNvPr id="2" name="Title 1"/>
          <p:cNvSpPr>
            <a:spLocks noGrp="1"/>
          </p:cNvSpPr>
          <p:nvPr>
            <p:ph type="title"/>
          </p:nvPr>
        </p:nvSpPr>
        <p:spPr>
          <a:xfrm>
            <a:off x="920043" y="2463560"/>
            <a:ext cx="10363200" cy="1524000"/>
          </a:xfrm>
        </p:spPr>
        <p:txBody>
          <a:bodyPr anchor="t">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1823153" y="1437449"/>
            <a:ext cx="8556979"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5" name="Date Placeholder 4"/>
          <p:cNvSpPr>
            <a:spLocks noGrp="1"/>
          </p:cNvSpPr>
          <p:nvPr>
            <p:ph type="dt" sz="half" idx="10"/>
          </p:nvPr>
        </p:nvSpPr>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fld>
            <a:endParaRPr lang="en-US"/>
          </a:p>
        </p:txBody>
      </p:sp>
      <p:sp>
        <p:nvSpPr>
          <p:cNvPr id="9" name="Content Placeholder 8"/>
          <p:cNvSpPr>
            <a:spLocks noGrp="1"/>
          </p:cNvSpPr>
          <p:nvPr>
            <p:ph sz="quarter" idx="13"/>
          </p:nvPr>
        </p:nvSpPr>
        <p:spPr>
          <a:xfrm>
            <a:off x="902207" y="2679192"/>
            <a:ext cx="5096256" cy="34472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1" name="Content Placeholder 10"/>
          <p:cNvSpPr>
            <a:spLocks noGrp="1"/>
          </p:cNvSpPr>
          <p:nvPr>
            <p:ph sz="quarter" idx="14"/>
          </p:nvPr>
        </p:nvSpPr>
        <p:spPr>
          <a:xfrm>
            <a:off x="6193536" y="2679192"/>
            <a:ext cx="5096256" cy="34472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902208" y="2678114"/>
            <a:ext cx="5096256"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903115" y="3429009"/>
            <a:ext cx="5093407"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197600" y="2678113"/>
            <a:ext cx="5096256"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93367" y="3429009"/>
            <a:ext cx="5096256"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9CA7F16-7EF7-4BAE-A533-BC5C8B1B0BEB}"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B9CA7F16-7EF7-4BAE-A533-BC5C8B1B0BEB}"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12" name="Rounded Rectangle 11"/>
          <p:cNvSpPr/>
          <p:nvPr/>
        </p:nvSpPr>
        <p:spPr>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82220" y="714191"/>
            <a:ext cx="11631168" cy="1329874"/>
            <a:chOff x="-3905251" y="4294188"/>
            <a:chExt cx="13027839" cy="1892300"/>
          </a:xfrm>
        </p:grpSpPr>
        <p:sp>
          <p:nvSpPr>
            <p:cNvPr id="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Date Placeholder 1"/>
          <p:cNvSpPr>
            <a:spLocks noGrp="1"/>
          </p:cNvSpPr>
          <p:nvPr>
            <p:ph type="dt" sz="half" idx="10"/>
          </p:nvPr>
        </p:nvSpPr>
        <p:spPr/>
        <p:txBody>
          <a:bodyPr/>
          <a:lstStyle/>
          <a:p>
            <a:fld id="{B9CA7F16-7EF7-4BAE-A533-BC5C8B1B0BEB}"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15" name="Rounded Rectangle 14"/>
          <p:cNvSpPr/>
          <p:nvPr/>
        </p:nvSpPr>
        <p:spPr>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fld>
            <a:endParaRPr lang="en-US"/>
          </a:p>
        </p:txBody>
      </p:sp>
      <p:sp>
        <p:nvSpPr>
          <p:cNvPr id="4" name="Text Placeholder 3"/>
          <p:cNvSpPr>
            <a:spLocks noGrp="1"/>
          </p:cNvSpPr>
          <p:nvPr>
            <p:ph type="body" sz="half" idx="2"/>
          </p:nvPr>
        </p:nvSpPr>
        <p:spPr>
          <a:xfrm>
            <a:off x="1219200" y="3581409"/>
            <a:ext cx="44704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grpSp>
        <p:nvGrpSpPr>
          <p:cNvPr id="2" name="Group 23"/>
          <p:cNvGrpSpPr>
            <a:grpSpLocks noChangeAspect="1"/>
          </p:cNvGrpSpPr>
          <p:nvPr/>
        </p:nvGrpSpPr>
        <p:grpSpPr bwMode="hidden">
          <a:xfrm>
            <a:off x="282220" y="714191"/>
            <a:ext cx="11631168" cy="1331580"/>
            <a:chOff x="-3905250" y="4294188"/>
            <a:chExt cx="13011150" cy="1892300"/>
          </a:xfrm>
        </p:grpSpPr>
        <p:sp>
          <p:nvSpPr>
            <p:cNvPr id="25"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26"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27"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8"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9" name="Freeform 28"/>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2" name="Title 21"/>
          <p:cNvSpPr>
            <a:spLocks noGrp="1"/>
          </p:cNvSpPr>
          <p:nvPr>
            <p:ph type="title"/>
          </p:nvPr>
        </p:nvSpPr>
        <p:spPr>
          <a:xfrm>
            <a:off x="1219200" y="2286000"/>
            <a:ext cx="4470400" cy="1252728"/>
          </a:xfrm>
        </p:spPr>
        <p:txBody>
          <a:bodyPr anchor="b">
            <a:noAutofit/>
          </a:bodyPr>
          <a:lstStyle>
            <a:lvl1pPr algn="l">
              <a:defRPr sz="320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02617" y="1828800"/>
            <a:ext cx="5205435"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15" name="Rounded Rectangle 14"/>
          <p:cNvSpPr/>
          <p:nvPr/>
        </p:nvSpPr>
        <p:spPr>
          <a:xfrm>
            <a:off x="304800" y="228600"/>
            <a:ext cx="11594592"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82220" y="5353963"/>
            <a:ext cx="11631168" cy="1331580"/>
            <a:chOff x="-3905250" y="4294188"/>
            <a:chExt cx="13011150" cy="1892300"/>
          </a:xfrm>
        </p:grpSpPr>
        <p:sp>
          <p:nvSpPr>
            <p:cNvPr id="10"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1"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2"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3"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4"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title"/>
          </p:nvPr>
        </p:nvSpPr>
        <p:spPr>
          <a:xfrm>
            <a:off x="6498879" y="338667"/>
            <a:ext cx="5083527" cy="2429934"/>
          </a:xfrm>
        </p:spPr>
        <p:txBody>
          <a:bodyPr anchor="b">
            <a:normAutofit/>
          </a:bodyPr>
          <a:lstStyle>
            <a:lvl1pPr algn="l">
              <a:defRPr sz="28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6491117" y="2785533"/>
            <a:ext cx="5091289"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9CA7F16-7EF7-4BAE-A533-BC5C8B1B0BE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fld>
            <a:endParaRPr lang="en-US"/>
          </a:p>
        </p:txBody>
      </p:sp>
      <p:sp>
        <p:nvSpPr>
          <p:cNvPr id="3" name="Picture Placeholder 2"/>
          <p:cNvSpPr>
            <a:spLocks noGrp="1"/>
          </p:cNvSpPr>
          <p:nvPr>
            <p:ph type="pic" idx="1"/>
          </p:nvPr>
        </p:nvSpPr>
        <p:spPr>
          <a:xfrm>
            <a:off x="1117600" y="1371600"/>
            <a:ext cx="475488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fld>
            <a:endParaRPr lang="en-US"/>
          </a:p>
        </p:txBody>
      </p:sp>
      <p:grpSp>
        <p:nvGrpSpPr>
          <p:cNvPr id="15" name="Group 14"/>
          <p:cNvGrpSpPr>
            <a:grpSpLocks noChangeAspect="1"/>
          </p:cNvGrpSpPr>
          <p:nvPr/>
        </p:nvGrpSpPr>
        <p:grpSpPr bwMode="hidden">
          <a:xfrm>
            <a:off x="282220" y="714191"/>
            <a:ext cx="11631168" cy="1331580"/>
            <a:chOff x="-3905250" y="4294188"/>
            <a:chExt cx="13011150" cy="1892300"/>
          </a:xfrm>
        </p:grpSpPr>
        <p:sp>
          <p:nvSpPr>
            <p:cNvPr id="16"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7"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8"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9"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0" name="Freeform 19"/>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Vertical Title 1"/>
          <p:cNvSpPr>
            <a:spLocks noGrp="1"/>
          </p:cNvSpPr>
          <p:nvPr>
            <p:ph type="title" orient="vert"/>
          </p:nvPr>
        </p:nvSpPr>
        <p:spPr>
          <a:xfrm>
            <a:off x="8839200" y="1447803"/>
            <a:ext cx="2743200" cy="4487333"/>
          </a:xfrm>
        </p:spPr>
        <p:txBody>
          <a:bodyPr vert="eaVert" anchor="ctr"/>
          <a:lstStyle>
            <a:lvl1pPr algn="l">
              <a:defRPr>
                <a:solidFill>
                  <a:schemeClr val="tx2"/>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09600" y="1447800"/>
            <a:ext cx="80264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1" name="Rectangle 10"/>
          <p:cNvSpPr/>
          <p:nvPr/>
        </p:nvSpPr>
        <p:spPr>
          <a:xfrm>
            <a:off x="0" y="3866920"/>
            <a:ext cx="12192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0" y="0"/>
            <a:ext cx="12192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0" y="2652311"/>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0" y="1600200"/>
            <a:ext cx="12192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965060" y="5052546"/>
            <a:ext cx="7516013"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
        <p:nvSpPr>
          <p:cNvPr id="2" name="Title 1"/>
          <p:cNvSpPr>
            <a:spLocks noGrp="1"/>
          </p:cNvSpPr>
          <p:nvPr>
            <p:ph type="ctrTitle"/>
          </p:nvPr>
        </p:nvSpPr>
        <p:spPr>
          <a:xfrm>
            <a:off x="1090109" y="3132290"/>
            <a:ext cx="9567135" cy="1793167"/>
          </a:xfrm>
          <a:effectLst/>
        </p:spPr>
        <p:txBody>
          <a:bodyPr>
            <a:noAutofit/>
          </a:bodyPr>
          <a:lstStyle>
            <a:lvl1pPr marL="640080" indent="-457200" algn="l">
              <a:defRPr sz="5400"/>
            </a:lvl1pPr>
          </a:lstStyle>
          <a:p>
            <a:r>
              <a:rPr lang="en-US"/>
              <a:t>Click to edit Master title style</a:t>
            </a:r>
            <a:endParaRPr 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509A250-FF31-4206-8172-F9D3106AACB1}"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
        <p:nvSpPr>
          <p:cNvPr id="8" name="Title 7"/>
          <p:cNvSpPr>
            <a:spLocks noGrp="1"/>
          </p:cNvSpPr>
          <p:nvPr>
            <p:ph type="title"/>
          </p:nvPr>
        </p:nvSpPr>
        <p:spPr/>
        <p:txBody>
          <a:bodyPr/>
          <a:lstStyle/>
          <a:p>
            <a:r>
              <a:rPr lang="en-US"/>
              <a:t>Click to edit Master title style</a:t>
            </a:r>
            <a:endParaRPr lang="en-US"/>
          </a:p>
        </p:txBody>
      </p:sp>
      <p:sp>
        <p:nvSpPr>
          <p:cNvPr id="10" name="Content Placeholder 9"/>
          <p:cNvSpPr>
            <a:spLocks noGrp="1"/>
          </p:cNvSpPr>
          <p:nvPr>
            <p:ph sz="quarter" idx="13"/>
          </p:nvPr>
        </p:nvSpPr>
        <p:spPr>
          <a:xfrm>
            <a:off x="1524000" y="731520"/>
            <a:ext cx="8534400" cy="347472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0" y="3866920"/>
            <a:ext cx="12192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12192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2652311"/>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12192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710927" y="2172648"/>
            <a:ext cx="7955555" cy="2423346"/>
          </a:xfrm>
          <a:effectLst/>
        </p:spPr>
        <p:txBody>
          <a:bodyPr anchor="b"/>
          <a:lstStyle>
            <a:lvl1pPr algn="r">
              <a:defRPr sz="4600" b="1" cap="none" baseline="0"/>
            </a:lvl1pPr>
          </a:lstStyle>
          <a:p>
            <a:r>
              <a:rPr lang="en-US"/>
              <a:t>Click to edit Master title style</a:t>
            </a:r>
            <a:endParaRPr lang="en-US" dirty="0"/>
          </a:p>
        </p:txBody>
      </p:sp>
      <p:sp>
        <p:nvSpPr>
          <p:cNvPr id="3" name="Text Placeholder 2"/>
          <p:cNvSpPr>
            <a:spLocks noGrp="1"/>
          </p:cNvSpPr>
          <p:nvPr>
            <p:ph type="body" idx="1"/>
          </p:nvPr>
        </p:nvSpPr>
        <p:spPr>
          <a:xfrm>
            <a:off x="2696584" y="4607511"/>
            <a:ext cx="7960659" cy="835460"/>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9796027F-7875-4030-9381-8BD8C4F21935}"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9796027F-7875-4030-9381-8BD8C4F21935}"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fld>
            <a:endParaRPr lang="en-US" dirty="0"/>
          </a:p>
        </p:txBody>
      </p:sp>
      <p:sp>
        <p:nvSpPr>
          <p:cNvPr id="8" name="Title 7"/>
          <p:cNvSpPr>
            <a:spLocks noGrp="1"/>
          </p:cNvSpPr>
          <p:nvPr>
            <p:ph type="title"/>
          </p:nvPr>
        </p:nvSpPr>
        <p:spPr/>
        <p:txBody>
          <a:bodyPr/>
          <a:lstStyle/>
          <a:p>
            <a:r>
              <a:rPr lang="en-US"/>
              <a:t>Click to edit Master title style</a:t>
            </a:r>
            <a:endParaRPr lang="en-US"/>
          </a:p>
        </p:txBody>
      </p:sp>
      <p:sp>
        <p:nvSpPr>
          <p:cNvPr id="9" name="Content Placeholder 8"/>
          <p:cNvSpPr>
            <a:spLocks noGrp="1"/>
          </p:cNvSpPr>
          <p:nvPr>
            <p:ph sz="quarter" idx="13"/>
          </p:nvPr>
        </p:nvSpPr>
        <p:spPr>
          <a:xfrm>
            <a:off x="1523999" y="731519"/>
            <a:ext cx="4462272" cy="347472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1" name="Content Placeholder 10"/>
          <p:cNvSpPr>
            <a:spLocks noGrp="1"/>
          </p:cNvSpPr>
          <p:nvPr>
            <p:ph sz="quarter" idx="14"/>
          </p:nvPr>
        </p:nvSpPr>
        <p:spPr>
          <a:xfrm>
            <a:off x="6193536" y="731520"/>
            <a:ext cx="4462272" cy="347472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24000" y="731520"/>
            <a:ext cx="4462272"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541929" y="1400327"/>
            <a:ext cx="4462272"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196403" y="731520"/>
            <a:ext cx="4462272"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None/>
            </a:pPr>
            <a:r>
              <a:rPr lang="en-US"/>
              <a:t>Click to edit Master text styles</a:t>
            </a:r>
            <a:endParaRPr lang="en-US"/>
          </a:p>
        </p:txBody>
      </p:sp>
      <p:sp>
        <p:nvSpPr>
          <p:cNvPr id="6" name="Content Placeholder 5"/>
          <p:cNvSpPr>
            <a:spLocks noGrp="1"/>
          </p:cNvSpPr>
          <p:nvPr>
            <p:ph sz="quarter" idx="4"/>
          </p:nvPr>
        </p:nvSpPr>
        <p:spPr>
          <a:xfrm>
            <a:off x="6193367" y="1399032"/>
            <a:ext cx="4462272"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8794" y="2209801"/>
            <a:ext cx="4848113" cy="1258493"/>
          </a:xfrm>
          <a:effectLst/>
        </p:spPr>
        <p:txBody>
          <a:bodyPr anchor="b">
            <a:noAutofit/>
          </a:bodyPr>
          <a:lstStyle>
            <a:lvl1pPr marL="228600" indent="-228600" algn="l">
              <a:defRPr sz="2800" b="1">
                <a:effectLst/>
              </a:defRPr>
            </a:lvl1pPr>
          </a:lstStyle>
          <a:p>
            <a:r>
              <a:rPr lang="en-US"/>
              <a:t>Click to edit Master title style</a:t>
            </a:r>
            <a:endParaRPr lang="en-US" dirty="0"/>
          </a:p>
        </p:txBody>
      </p:sp>
      <p:sp>
        <p:nvSpPr>
          <p:cNvPr id="3" name="Content Placeholder 2"/>
          <p:cNvSpPr>
            <a:spLocks noGrp="1"/>
          </p:cNvSpPr>
          <p:nvPr>
            <p:ph idx="1"/>
          </p:nvPr>
        </p:nvSpPr>
        <p:spPr>
          <a:xfrm>
            <a:off x="6124688" y="731520"/>
            <a:ext cx="5356113"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1434354" y="3497802"/>
            <a:ext cx="4518213"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509A250-FF31-4206-8172-F9D3106AACB1}"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8" name="Rectangle 7"/>
          <p:cNvSpPr/>
          <p:nvPr/>
        </p:nvSpPr>
        <p:spPr>
          <a:xfrm>
            <a:off x="0" y="3866920"/>
            <a:ext cx="12192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0"/>
            <a:ext cx="12192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0" y="2652311"/>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1600200"/>
            <a:ext cx="12192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5966900" y="1143000"/>
            <a:ext cx="54864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70516" y="1010486"/>
            <a:ext cx="4925485" cy="2163020"/>
          </a:xfrm>
        </p:spPr>
        <p:txBody>
          <a:bodyPr anchor="b"/>
          <a:lstStyle>
            <a:lvl1pPr marL="182880" indent="-182880">
              <a:buFont typeface="Georgia" panose="02040502050405020303"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509A250-FF31-4206-8172-F9D3106AACB1}"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fld>
            <a:endParaRPr lang="en-US" dirty="0"/>
          </a:p>
        </p:txBody>
      </p:sp>
      <p:sp>
        <p:nvSpPr>
          <p:cNvPr id="2" name="Title 1"/>
          <p:cNvSpPr>
            <a:spLocks noGrp="1"/>
          </p:cNvSpPr>
          <p:nvPr>
            <p:ph type="title"/>
          </p:nvPr>
        </p:nvSpPr>
        <p:spPr>
          <a:xfrm>
            <a:off x="969691" y="4464421"/>
            <a:ext cx="8511384" cy="1143000"/>
          </a:xfrm>
        </p:spPr>
        <p:txBody>
          <a:bodyPr anchor="b">
            <a:noAutofit/>
          </a:bodyPr>
          <a:lstStyle>
            <a:lvl1pPr algn="l">
              <a:defRPr sz="4600" b="1"/>
            </a:lvl1pPr>
          </a:lstStyle>
          <a:p>
            <a:r>
              <a:rPr lang="en-US"/>
              <a:t>Click to edit Master title style</a:t>
            </a:r>
            <a:endParaRPr lang="en-US"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a:xfrm>
            <a:off x="2540000" y="731519"/>
            <a:ext cx="8534400" cy="347472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509A250-FF31-4206-8172-F9D3106AACB1}"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8344" y="376518"/>
            <a:ext cx="2743200" cy="5238339"/>
          </a:xfrm>
          <a:effectLst/>
        </p:spPr>
        <p:txBody>
          <a:bodyPr vert="eaVert"/>
          <a:lstStyle>
            <a:lvl1pPr algn="l">
              <a:defRPr/>
            </a:lvl1pPr>
          </a:lstStyle>
          <a:p>
            <a:r>
              <a:rPr lang="en-US"/>
              <a:t>Click to edit Master title style</a:t>
            </a:r>
            <a:endParaRPr lang="en-US"/>
          </a:p>
        </p:txBody>
      </p:sp>
      <p:sp>
        <p:nvSpPr>
          <p:cNvPr id="3" name="Vertical Text Placeholder 2"/>
          <p:cNvSpPr>
            <a:spLocks noGrp="1"/>
          </p:cNvSpPr>
          <p:nvPr>
            <p:ph type="body" orient="vert" idx="1"/>
          </p:nvPr>
        </p:nvSpPr>
        <p:spPr>
          <a:xfrm>
            <a:off x="4432151" y="731520"/>
            <a:ext cx="6439049" cy="4894729"/>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4AAD347D-5ACD-4C99-B74B-A9C85AD731AF}"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2.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2" Type="http://schemas.openxmlformats.org/officeDocument/2006/relationships/theme" Target="../theme/theme4.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3" Type="http://schemas.openxmlformats.org/officeDocument/2006/relationships/theme" Target="../theme/theme5.xml"/><Relationship Id="rId12" Type="http://schemas.openxmlformats.org/officeDocument/2006/relationships/slideLayout" Target="../slideLayouts/slideLayout56.xml"/><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1"/>
            <a:ext cx="48768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340388" y="5047394"/>
            <a:ext cx="97536"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340388" y="4796819"/>
            <a:ext cx="97536"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340388" y="4637685"/>
            <a:ext cx="97536"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340388" y="4542559"/>
            <a:ext cx="97536"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412744" y="680477"/>
            <a:ext cx="60960"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5" name="Rectangle 14"/>
          <p:cNvSpPr/>
          <p:nvPr/>
        </p:nvSpPr>
        <p:spPr>
          <a:xfrm>
            <a:off x="358764" y="680477"/>
            <a:ext cx="36576"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6" name="Rectangle 15"/>
          <p:cNvSpPr/>
          <p:nvPr/>
        </p:nvSpPr>
        <p:spPr>
          <a:xfrm>
            <a:off x="333360" y="680477"/>
            <a:ext cx="1219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7" name="Rectangle 16"/>
          <p:cNvSpPr/>
          <p:nvPr/>
        </p:nvSpPr>
        <p:spPr>
          <a:xfrm>
            <a:off x="295691" y="680477"/>
            <a:ext cx="1219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1219200" y="512064"/>
            <a:ext cx="10363200" cy="914400"/>
          </a:xfrm>
          <a:prstGeom prst="rect">
            <a:avLst/>
          </a:prstGeom>
        </p:spPr>
        <p:txBody>
          <a:bodyPr vert="horz" anchor="t">
            <a:noAutofit/>
          </a:bodyPr>
          <a:lstStyle/>
          <a:p>
            <a:r>
              <a:rPr kumimoji="0" lang="en-US"/>
              <a:t>Click to edit Master title style</a:t>
            </a:r>
            <a:endParaRPr kumimoji="0" lang="en-US"/>
          </a:p>
        </p:txBody>
      </p:sp>
      <p:sp>
        <p:nvSpPr>
          <p:cNvPr id="13" name="Text Placeholder 12"/>
          <p:cNvSpPr>
            <a:spLocks noGrp="1"/>
          </p:cNvSpPr>
          <p:nvPr>
            <p:ph type="body" idx="1"/>
          </p:nvPr>
        </p:nvSpPr>
        <p:spPr>
          <a:xfrm>
            <a:off x="1219200" y="1783560"/>
            <a:ext cx="10363200" cy="4572000"/>
          </a:xfrm>
          <a:prstGeom prst="rect">
            <a:avLst/>
          </a:prstGeom>
        </p:spPr>
        <p:txBody>
          <a:bodyPr vert="horz">
            <a:normAutofit/>
          </a:bodyPr>
          <a:lstStyle/>
          <a:p>
            <a:pPr lvl="0" eaLnBrk="1" latinLnBrk="0" hangingPunct="1"/>
            <a:r>
              <a:rPr kumimoji="0" lang="en-US"/>
              <a:t>Click to edit Master text styles</a:t>
            </a:r>
            <a:endParaRPr kumimoji="0" lang="en-US"/>
          </a:p>
          <a:p>
            <a:pPr lvl="1" eaLnBrk="1" latinLnBrk="0" hangingPunct="1"/>
            <a:r>
              <a:rPr kumimoji="0" lang="en-US"/>
              <a:t>Second level</a:t>
            </a:r>
            <a:endParaRPr kumimoji="0" lang="en-US"/>
          </a:p>
          <a:p>
            <a:pPr lvl="2" eaLnBrk="1" latinLnBrk="0" hangingPunct="1"/>
            <a:r>
              <a:rPr kumimoji="0" lang="en-US"/>
              <a:t>Third level</a:t>
            </a:r>
            <a:endParaRPr kumimoji="0" lang="en-US"/>
          </a:p>
          <a:p>
            <a:pPr lvl="3" eaLnBrk="1" latinLnBrk="0" hangingPunct="1"/>
            <a:r>
              <a:rPr kumimoji="0" lang="en-US"/>
              <a:t>Fourth level</a:t>
            </a:r>
            <a:endParaRPr kumimoji="0" lang="en-US"/>
          </a:p>
          <a:p>
            <a:pPr lvl="4" eaLnBrk="1" latinLnBrk="0" hangingPunct="1"/>
            <a:r>
              <a:rPr kumimoji="0" lang="en-US"/>
              <a:t>Fifth level</a:t>
            </a:r>
            <a:endParaRPr kumimoji="0" lang="en-US"/>
          </a:p>
        </p:txBody>
      </p:sp>
      <p:sp>
        <p:nvSpPr>
          <p:cNvPr id="14" name="Date Placeholder 13"/>
          <p:cNvSpPr>
            <a:spLocks noGrp="1"/>
          </p:cNvSpPr>
          <p:nvPr>
            <p:ph type="dt" sz="half" idx="2"/>
          </p:nvPr>
        </p:nvSpPr>
        <p:spPr>
          <a:xfrm>
            <a:off x="8636000" y="6416676"/>
            <a:ext cx="2844800" cy="365125"/>
          </a:xfrm>
          <a:prstGeom prst="rect">
            <a:avLst/>
          </a:prstGeom>
        </p:spPr>
        <p:txBody>
          <a:bodyPr vert="horz" anchor="b"/>
          <a:lstStyle>
            <a:lvl1pPr algn="l" eaLnBrk="1" latinLnBrk="0" hangingPunct="1">
              <a:defRPr kumimoji="0" sz="1100">
                <a:solidFill>
                  <a:schemeClr val="tx2"/>
                </a:solidFill>
              </a:defRPr>
            </a:lvl1pPr>
          </a:lstStyle>
          <a:p>
            <a:fld id="{4AAD347D-5ACD-4C99-B74B-A9C85AD731AF}" type="datetimeFigureOut">
              <a:rPr lang="en-US" smtClean="0"/>
            </a:fld>
            <a:endParaRPr lang="en-US" dirty="0"/>
          </a:p>
        </p:txBody>
      </p:sp>
      <p:sp>
        <p:nvSpPr>
          <p:cNvPr id="3" name="Footer Placeholder 2"/>
          <p:cNvSpPr>
            <a:spLocks noGrp="1"/>
          </p:cNvSpPr>
          <p:nvPr>
            <p:ph type="ftr" sz="quarter" idx="3"/>
          </p:nvPr>
        </p:nvSpPr>
        <p:spPr>
          <a:xfrm>
            <a:off x="1219200" y="6416676"/>
            <a:ext cx="7416800" cy="365125"/>
          </a:xfrm>
          <a:prstGeom prst="rect">
            <a:avLst/>
          </a:prstGeom>
        </p:spPr>
        <p:txBody>
          <a:bodyPr vert="horz" anchor="b"/>
          <a:lstStyle>
            <a:lvl1pPr algn="r" eaLnBrk="1" latinLnBrk="0" hangingPunct="1">
              <a:defRPr kumimoji="0" sz="1100">
                <a:solidFill>
                  <a:schemeClr val="tx2"/>
                </a:solidFill>
              </a:defRPr>
            </a:lvl1pPr>
          </a:lstStyle>
          <a:p>
            <a:endParaRPr lang="en-US" dirty="0"/>
          </a:p>
        </p:txBody>
      </p:sp>
      <p:sp>
        <p:nvSpPr>
          <p:cNvPr id="23" name="Slide Number Placeholder 22"/>
          <p:cNvSpPr>
            <a:spLocks noGrp="1"/>
          </p:cNvSpPr>
          <p:nvPr>
            <p:ph type="sldNum" sz="quarter" idx="4"/>
          </p:nvPr>
        </p:nvSpPr>
        <p:spPr>
          <a:xfrm>
            <a:off x="11480800" y="6416676"/>
            <a:ext cx="609600" cy="365125"/>
          </a:xfrm>
          <a:prstGeom prst="rect">
            <a:avLst/>
          </a:prstGeom>
        </p:spPr>
        <p:txBody>
          <a:bodyPr vert="horz" anchor="b"/>
          <a:lstStyle>
            <a:lvl1pPr algn="l" eaLnBrk="1" latinLnBrk="0" hangingPunct="1">
              <a:defRPr kumimoji="0" sz="1200">
                <a:solidFill>
                  <a:schemeClr val="tx2"/>
                </a:solidFill>
              </a:defRPr>
            </a:lvl1pPr>
          </a:lstStyle>
          <a:p>
            <a:fld id="{D57F1E4F-1CFF-5643-939E-02111984F565}" type="slidenum">
              <a:rPr lang="en-US" smtClean="0"/>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1" latinLnBrk="0" hangingPunct="1">
        <a:spcBef>
          <a:spcPct val="0"/>
        </a:spcBef>
        <a:buNone/>
        <a:defRPr kumimoji="0" sz="4000" kern="1200" spc="-100" baseline="0">
          <a:solidFill>
            <a:schemeClr val="tx2">
              <a:satMod val="200000"/>
            </a:schemeClr>
          </a:solidFill>
          <a:latin typeface="+mj-lt"/>
          <a:ea typeface="+mj-ea"/>
          <a:cs typeface="+mj-cs"/>
        </a:defRPr>
      </a:lvl1pPr>
    </p:titleStyle>
    <p:bodyStyle>
      <a:lvl1pPr marL="411480" indent="-342900" algn="l" rtl="0" eaLnBrk="1" latinLnBrk="0" hangingPunct="1">
        <a:spcBef>
          <a:spcPts val="700"/>
        </a:spcBef>
        <a:buClr>
          <a:schemeClr val="tx2"/>
        </a:buClr>
        <a:buSzPct val="95000"/>
        <a:buFont typeface="Wingdings" panose="05000000000000000000"/>
        <a:buChar char=""/>
        <a:defRPr kumimoji="0" sz="3000" kern="1200">
          <a:solidFill>
            <a:schemeClr val="tx1"/>
          </a:solidFill>
          <a:latin typeface="+mn-lt"/>
          <a:ea typeface="+mn-ea"/>
          <a:cs typeface="+mn-cs"/>
        </a:defRPr>
      </a:lvl1pPr>
      <a:lvl2pPr marL="740410" indent="-285750" algn="l" rtl="0" eaLnBrk="1" latinLnBrk="0" hangingPunct="1">
        <a:spcBef>
          <a:spcPct val="20000"/>
        </a:spcBef>
        <a:buClr>
          <a:schemeClr val="accent2"/>
        </a:buClr>
        <a:buSzPct val="90000"/>
        <a:buFont typeface="Wingdings" panose="05000000000000000000"/>
        <a:buChar char=""/>
        <a:defRPr kumimoji="0" sz="2600" kern="1200">
          <a:solidFill>
            <a:schemeClr val="tx1"/>
          </a:solidFill>
          <a:latin typeface="+mn-lt"/>
          <a:ea typeface="+mn-ea"/>
          <a:cs typeface="+mn-cs"/>
        </a:defRPr>
      </a:lvl2pPr>
      <a:lvl3pPr marL="996950" indent="-228600" algn="l" rtl="0" eaLnBrk="1" latinLnBrk="0" hangingPunct="1">
        <a:spcBef>
          <a:spcPct val="20000"/>
        </a:spcBef>
        <a:buClr>
          <a:schemeClr val="accent2"/>
        </a:buClr>
        <a:buFont typeface="Wingdings 2" panose="05020102010507070707"/>
        <a:buChar char=""/>
        <a:defRPr kumimoji="0" sz="2400" kern="1200">
          <a:solidFill>
            <a:schemeClr val="tx1"/>
          </a:solidFill>
          <a:latin typeface="+mn-lt"/>
          <a:ea typeface="+mn-ea"/>
          <a:cs typeface="+mn-cs"/>
        </a:defRPr>
      </a:lvl3pPr>
      <a:lvl4pPr marL="1261745" indent="-228600" algn="l" rtl="0" eaLnBrk="1" latinLnBrk="0" hangingPunct="1">
        <a:spcBef>
          <a:spcPct val="20000"/>
        </a:spcBef>
        <a:buClr>
          <a:schemeClr val="accent3"/>
        </a:buClr>
        <a:buFont typeface="Wingdings 3" panose="05040102010807070707"/>
        <a:buChar char=""/>
        <a:defRPr kumimoji="0" sz="2200" kern="1200">
          <a:solidFill>
            <a:schemeClr val="tx1"/>
          </a:solidFill>
          <a:latin typeface="+mn-lt"/>
          <a:ea typeface="+mn-ea"/>
          <a:cs typeface="+mn-cs"/>
        </a:defRPr>
      </a:lvl4pPr>
      <a:lvl5pPr marL="1481455" indent="-210185" algn="l" rtl="0" eaLnBrk="1" latinLnBrk="0" hangingPunct="1">
        <a:spcBef>
          <a:spcPct val="20000"/>
        </a:spcBef>
        <a:buClr>
          <a:schemeClr val="accent3"/>
        </a:buClr>
        <a:buFont typeface="Wingdings 2" panose="05020102010507070707"/>
        <a:buChar char=""/>
        <a:defRPr kumimoji="0" sz="2000" kern="1200">
          <a:solidFill>
            <a:schemeClr val="tx1"/>
          </a:solidFill>
          <a:latin typeface="+mn-lt"/>
          <a:ea typeface="+mn-ea"/>
          <a:cs typeface="+mn-cs"/>
        </a:defRPr>
      </a:lvl5pPr>
      <a:lvl6pPr marL="1710055" indent="-210185" algn="l" rtl="0" eaLnBrk="1" latinLnBrk="0" hangingPunct="1">
        <a:spcBef>
          <a:spcPct val="20000"/>
        </a:spcBef>
        <a:buClr>
          <a:schemeClr val="accent3"/>
        </a:buClr>
        <a:buFont typeface="Wingdings 2" panose="05020102010507070707"/>
        <a:buChar char=""/>
        <a:defRPr kumimoji="0" sz="1800" kern="1200">
          <a:solidFill>
            <a:schemeClr val="tx1"/>
          </a:solidFill>
          <a:latin typeface="+mn-lt"/>
          <a:ea typeface="+mn-ea"/>
          <a:cs typeface="+mn-cs"/>
        </a:defRPr>
      </a:lvl6pPr>
      <a:lvl7pPr marL="1901825" indent="-182880" algn="l" rtl="0" eaLnBrk="1" latinLnBrk="0" hangingPunct="1">
        <a:spcBef>
          <a:spcPct val="20000"/>
        </a:spcBef>
        <a:buClr>
          <a:schemeClr val="accent4"/>
        </a:buClr>
        <a:buFont typeface="Wingdings 2" panose="05020102010507070707"/>
        <a:buChar char=""/>
        <a:defRPr kumimoji="0" sz="1600" kern="1200">
          <a:solidFill>
            <a:schemeClr val="tx1"/>
          </a:solidFill>
          <a:latin typeface="+mn-lt"/>
          <a:ea typeface="+mn-ea"/>
          <a:cs typeface="+mn-cs"/>
        </a:defRPr>
      </a:lvl7pPr>
      <a:lvl8pPr marL="2094230" indent="-182880" algn="l" rtl="0" eaLnBrk="1" latinLnBrk="0" hangingPunct="1">
        <a:spcBef>
          <a:spcPct val="20000"/>
        </a:spcBef>
        <a:buClr>
          <a:schemeClr val="accent4"/>
        </a:buClr>
        <a:buFont typeface="Wingdings 2" panose="05020102010507070707"/>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panose="05020102010507070707"/>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2">
        <a:schemeClr val="bg1"/>
      </p:bgRef>
    </p:bg>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12" cstate="print"/>
          <a:stretch>
            <a:fillRect/>
          </a:stretch>
        </p:blipFill>
        <p:spPr>
          <a:xfrm>
            <a:off x="0" y="0"/>
            <a:ext cx="12192000" cy="6858000"/>
          </a:xfrm>
          <a:prstGeom prst="rect">
            <a:avLst/>
          </a:prstGeom>
        </p:spPr>
      </p:pic>
      <p:sp>
        <p:nvSpPr>
          <p:cNvPr id="2" name="Title Placeholder 1"/>
          <p:cNvSpPr>
            <a:spLocks noGrp="1"/>
          </p:cNvSpPr>
          <p:nvPr>
            <p:ph type="title"/>
          </p:nvPr>
        </p:nvSpPr>
        <p:spPr>
          <a:xfrm>
            <a:off x="812800" y="274638"/>
            <a:ext cx="10566400" cy="1143000"/>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812800" y="1600203"/>
            <a:ext cx="105664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620000" y="6356353"/>
            <a:ext cx="2032000" cy="365125"/>
          </a:xfrm>
          <a:prstGeom prst="rect">
            <a:avLst/>
          </a:prstGeom>
        </p:spPr>
        <p:txBody>
          <a:bodyPr vert="horz" lIns="91440" tIns="45720" rIns="91440" bIns="45720" rtlCol="0" anchor="ctr"/>
          <a:lstStyle>
            <a:lvl1pPr algn="r">
              <a:defRPr sz="1000" strike="noStrike" spc="60" baseline="0">
                <a:solidFill>
                  <a:schemeClr val="tx1"/>
                </a:solidFill>
              </a:defRPr>
            </a:lvl1pPr>
          </a:lstStyle>
          <a:p>
            <a:fld id="{B9CA7F16-7EF7-4BAE-A533-BC5C8B1B0BEB}" type="datetimeFigureOut">
              <a:rPr lang="en-US" smtClean="0"/>
            </a:fld>
            <a:endParaRPr lang="en-US"/>
          </a:p>
        </p:txBody>
      </p:sp>
      <p:sp>
        <p:nvSpPr>
          <p:cNvPr id="5" name="Footer Placeholder 4"/>
          <p:cNvSpPr>
            <a:spLocks noGrp="1"/>
          </p:cNvSpPr>
          <p:nvPr>
            <p:ph type="ftr" sz="quarter" idx="3"/>
          </p:nvPr>
        </p:nvSpPr>
        <p:spPr>
          <a:xfrm>
            <a:off x="812800" y="6356353"/>
            <a:ext cx="3860800" cy="365125"/>
          </a:xfrm>
          <a:prstGeom prst="rect">
            <a:avLst/>
          </a:prstGeom>
        </p:spPr>
        <p:txBody>
          <a:bodyPr vert="horz" lIns="91440" tIns="45720" rIns="91440" bIns="45720" rtlCol="0" anchor="ctr"/>
          <a:lstStyle>
            <a:lvl1pPr algn="l">
              <a:defRPr sz="1000" cap="all" spc="60" baseline="0">
                <a:solidFill>
                  <a:schemeClr val="tx1"/>
                </a:solidFill>
              </a:defRPr>
            </a:lvl1pPr>
          </a:lstStyle>
          <a:p>
            <a:endParaRPr lang="en-US"/>
          </a:p>
        </p:txBody>
      </p:sp>
      <p:sp>
        <p:nvSpPr>
          <p:cNvPr id="6" name="Slide Number Placeholder 5"/>
          <p:cNvSpPr>
            <a:spLocks noGrp="1"/>
          </p:cNvSpPr>
          <p:nvPr>
            <p:ph type="sldNum" sz="quarter" idx="4"/>
          </p:nvPr>
        </p:nvSpPr>
        <p:spPr>
          <a:xfrm>
            <a:off x="10058400" y="6356353"/>
            <a:ext cx="1320800" cy="365125"/>
          </a:xfrm>
          <a:prstGeom prst="rect">
            <a:avLst/>
          </a:prstGeom>
        </p:spPr>
        <p:txBody>
          <a:bodyPr vert="horz" lIns="91440" tIns="45720" rIns="91440" bIns="45720" rtlCol="0" anchor="ctr"/>
          <a:lstStyle>
            <a:lvl1pPr algn="r">
              <a:defRPr sz="1100" baseline="0">
                <a:solidFill>
                  <a:schemeClr val="tx1"/>
                </a:solidFill>
              </a:defRPr>
            </a:lvl1pPr>
          </a:lstStyle>
          <a:p>
            <a:fld id="{8A3A827A-826E-4A0B-AEA4-130148450C5D}" type="slidenum">
              <a:rPr lang="en-US" smtClean="0"/>
            </a:fld>
            <a:endParaRPr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3000" kern="1200" cap="all" spc="5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1pPr>
      <a:lvl2pPr marL="742950" indent="-28575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2pPr>
      <a:lvl3pPr marL="11430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3pPr>
      <a:lvl4pPr marL="16002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4pPr>
      <a:lvl5pPr marL="20574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5pPr>
      <a:lvl6pPr marL="25146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6pPr>
      <a:lvl7pPr marL="29718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7pPr>
      <a:lvl8pPr marL="34290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8pPr>
      <a:lvl9pPr marL="38862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5"/>
            <a:ext cx="12192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99136" y="6388390"/>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7721600" y="6404984"/>
            <a:ext cx="4059936" cy="365760"/>
          </a:xfrm>
          <a:prstGeom prst="rect">
            <a:avLst/>
          </a:prstGeom>
        </p:spPr>
        <p:txBody>
          <a:bodyPr vert="horz"/>
          <a:lstStyle>
            <a:lvl1pPr algn="r" eaLnBrk="1" latinLnBrk="0" hangingPunct="1">
              <a:defRPr kumimoji="0" sz="1400">
                <a:solidFill>
                  <a:srgbClr val="FFFFFF"/>
                </a:solidFill>
              </a:defRPr>
            </a:lvl1pPr>
          </a:lstStyle>
          <a:p>
            <a:fld id="{B9CA7F16-7EF7-4BAE-A533-BC5C8B1B0BEB}" type="datetimeFigureOut">
              <a:rPr lang="en-US" smtClean="0"/>
            </a:fld>
            <a:endParaRPr lang="en-US"/>
          </a:p>
        </p:txBody>
      </p:sp>
      <p:sp>
        <p:nvSpPr>
          <p:cNvPr id="3" name="Footer Placeholder 2"/>
          <p:cNvSpPr>
            <a:spLocks noGrp="1"/>
          </p:cNvSpPr>
          <p:nvPr>
            <p:ph type="ftr" sz="quarter" idx="3"/>
          </p:nvPr>
        </p:nvSpPr>
        <p:spPr>
          <a:xfrm>
            <a:off x="406400" y="6410848"/>
            <a:ext cx="477520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203200" y="1276743"/>
            <a:ext cx="1177747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5791200" y="1040179"/>
            <a:ext cx="6096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8A3A827A-826E-4A0B-AEA4-130148450C5D}" type="slidenum">
              <a:rPr lang="en-US" smtClean="0"/>
            </a:fld>
            <a:endParaRPr lang="en-US"/>
          </a:p>
        </p:txBody>
      </p:sp>
      <p:sp>
        <p:nvSpPr>
          <p:cNvPr id="22" name="Title Placeholder 21"/>
          <p:cNvSpPr>
            <a:spLocks noGrp="1"/>
          </p:cNvSpPr>
          <p:nvPr>
            <p:ph type="title"/>
          </p:nvPr>
        </p:nvSpPr>
        <p:spPr>
          <a:xfrm>
            <a:off x="402336" y="228600"/>
            <a:ext cx="11379200" cy="758952"/>
          </a:xfrm>
          <a:prstGeom prst="rect">
            <a:avLst/>
          </a:prstGeom>
        </p:spPr>
        <p:txBody>
          <a:bodyPr vert="horz" anchor="b">
            <a:normAutofit/>
          </a:bodyPr>
          <a:lstStyle/>
          <a:p>
            <a:r>
              <a:rPr kumimoji="0" lang="en-US"/>
              <a:t>Click to edit Master title style</a:t>
            </a:r>
            <a:endParaRPr kumimoji="0" lang="en-US"/>
          </a:p>
        </p:txBody>
      </p:sp>
      <p:sp>
        <p:nvSpPr>
          <p:cNvPr id="13" name="Text Placeholder 12"/>
          <p:cNvSpPr>
            <a:spLocks noGrp="1"/>
          </p:cNvSpPr>
          <p:nvPr>
            <p:ph type="body" idx="1"/>
          </p:nvPr>
        </p:nvSpPr>
        <p:spPr>
          <a:xfrm>
            <a:off x="402336" y="1524000"/>
            <a:ext cx="11379200" cy="4599432"/>
          </a:xfrm>
          <a:prstGeom prst="rect">
            <a:avLst/>
          </a:prstGeom>
        </p:spPr>
        <p:txBody>
          <a:bodyPr vert="horz">
            <a:normAutofit/>
          </a:bodyPr>
          <a:lstStyle/>
          <a:p>
            <a:pPr lvl="0" eaLnBrk="1" latinLnBrk="0" hangingPunct="1"/>
            <a:r>
              <a:rPr kumimoji="0" lang="en-US"/>
              <a:t>Click to edit Master text styles</a:t>
            </a:r>
            <a:endParaRPr kumimoji="0" lang="en-US"/>
          </a:p>
          <a:p>
            <a:pPr lvl="1" eaLnBrk="1" latinLnBrk="0" hangingPunct="1"/>
            <a:r>
              <a:rPr kumimoji="0" lang="en-US"/>
              <a:t>Second level</a:t>
            </a:r>
            <a:endParaRPr kumimoji="0" lang="en-US"/>
          </a:p>
          <a:p>
            <a:pPr lvl="2" eaLnBrk="1" latinLnBrk="0" hangingPunct="1"/>
            <a:r>
              <a:rPr kumimoji="0" lang="en-US"/>
              <a:t>Third level</a:t>
            </a:r>
            <a:endParaRPr kumimoji="0" lang="en-US"/>
          </a:p>
          <a:p>
            <a:pPr lvl="3" eaLnBrk="1" latinLnBrk="0" hangingPunct="1"/>
            <a:r>
              <a:rPr kumimoji="0" lang="en-US"/>
              <a:t>Fourth level</a:t>
            </a:r>
            <a:endParaRPr kumimoji="0" lang="en-US"/>
          </a:p>
          <a:p>
            <a:pPr lvl="4" eaLnBrk="1" latinLnBrk="0" hangingPunct="1"/>
            <a:r>
              <a:rPr kumimoji="0" lang="en-US"/>
              <a:t>Fifth level</a:t>
            </a:r>
            <a:endParaRPr kumimoji="0"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panose="05020102010507070707"/>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panose="05000000000000000000"/>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panose="05000000000000000000"/>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304800" y="228600"/>
            <a:ext cx="11594592"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82220" y="1679429"/>
            <a:ext cx="11631168" cy="1329874"/>
            <a:chOff x="-3905251" y="4294188"/>
            <a:chExt cx="13027839" cy="1892300"/>
          </a:xfrm>
        </p:grpSpPr>
        <p:sp>
          <p:nvSpPr>
            <p:cNvPr id="1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Placeholder 1"/>
          <p:cNvSpPr>
            <a:spLocks noGrp="1"/>
          </p:cNvSpPr>
          <p:nvPr>
            <p:ph type="title"/>
          </p:nvPr>
        </p:nvSpPr>
        <p:spPr>
          <a:xfrm>
            <a:off x="609600" y="338328"/>
            <a:ext cx="10972800" cy="12527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4" name="Date Placeholder 3"/>
          <p:cNvSpPr>
            <a:spLocks noGrp="1"/>
          </p:cNvSpPr>
          <p:nvPr>
            <p:ph type="dt" sz="half" idx="2"/>
          </p:nvPr>
        </p:nvSpPr>
        <p:spPr>
          <a:xfrm>
            <a:off x="6884896" y="6250171"/>
            <a:ext cx="5048920" cy="365125"/>
          </a:xfrm>
          <a:prstGeom prst="rect">
            <a:avLst/>
          </a:prstGeom>
        </p:spPr>
        <p:txBody>
          <a:bodyPr vert="horz" lIns="91440" tIns="45720" rIns="91440" bIns="45720" rtlCol="0" anchor="ctr"/>
          <a:lstStyle>
            <a:lvl1pPr algn="r">
              <a:defRPr sz="1000">
                <a:solidFill>
                  <a:schemeClr val="tx2"/>
                </a:solidFill>
              </a:defRPr>
            </a:lvl1pPr>
          </a:lstStyle>
          <a:p>
            <a:fld id="{B9CA7F16-7EF7-4BAE-A533-BC5C8B1B0BEB}" type="datetimeFigureOut">
              <a:rPr lang="en-US" smtClean="0"/>
            </a:fld>
            <a:endParaRPr lang="en-US"/>
          </a:p>
        </p:txBody>
      </p:sp>
      <p:sp>
        <p:nvSpPr>
          <p:cNvPr id="5" name="Footer Placeholder 4"/>
          <p:cNvSpPr>
            <a:spLocks noGrp="1"/>
          </p:cNvSpPr>
          <p:nvPr>
            <p:ph type="ftr" sz="quarter" idx="3"/>
          </p:nvPr>
        </p:nvSpPr>
        <p:spPr>
          <a:xfrm>
            <a:off x="258189" y="6250171"/>
            <a:ext cx="5048921" cy="365125"/>
          </a:xfrm>
          <a:prstGeom prst="rect">
            <a:avLst/>
          </a:prstGeom>
        </p:spPr>
        <p:txBody>
          <a:bodyPr vert="horz" lIns="91440" tIns="45720" rIns="91440" bIns="45720" rtlCol="0" anchor="ctr"/>
          <a:lstStyle>
            <a:lvl1pPr algn="l">
              <a:defRPr sz="1000">
                <a:solidFill>
                  <a:schemeClr val="tx2"/>
                </a:solidFill>
              </a:defRPr>
            </a:lvl1pPr>
          </a:lstStyle>
          <a:p>
            <a:endParaRPr lang="en-US"/>
          </a:p>
        </p:txBody>
      </p:sp>
      <p:sp>
        <p:nvSpPr>
          <p:cNvPr id="6" name="Slide Number Placeholder 5"/>
          <p:cNvSpPr>
            <a:spLocks noGrp="1"/>
          </p:cNvSpPr>
          <p:nvPr>
            <p:ph type="sldNum" sz="quarter" idx="4"/>
          </p:nvPr>
        </p:nvSpPr>
        <p:spPr>
          <a:xfrm>
            <a:off x="5321452" y="6250170"/>
            <a:ext cx="1549101" cy="365125"/>
          </a:xfrm>
          <a:prstGeom prst="rect">
            <a:avLst/>
          </a:prstGeom>
        </p:spPr>
        <p:txBody>
          <a:bodyPr vert="horz" lIns="91440" tIns="45720" rIns="91440" bIns="45720" rtlCol="0" anchor="ctr"/>
          <a:lstStyle>
            <a:lvl1pPr algn="ctr">
              <a:defRPr sz="1000">
                <a:solidFill>
                  <a:schemeClr val="tx2"/>
                </a:solidFill>
              </a:defRPr>
            </a:lvl1pPr>
          </a:lstStyle>
          <a:p>
            <a:fld id="{8A3A827A-826E-4A0B-AEA4-130148450C5D}" type="slidenum">
              <a:rPr lang="en-US" smtClean="0"/>
            </a:fld>
            <a:endParaRPr lang="en-US"/>
          </a:p>
        </p:txBody>
      </p:sp>
      <p:sp>
        <p:nvSpPr>
          <p:cNvPr id="3" name="Text Placeholder 2"/>
          <p:cNvSpPr>
            <a:spLocks noGrp="1"/>
          </p:cNvSpPr>
          <p:nvPr>
            <p:ph type="body" idx="1"/>
          </p:nvPr>
        </p:nvSpPr>
        <p:spPr>
          <a:xfrm>
            <a:off x="1162761" y="2675467"/>
            <a:ext cx="9877777" cy="3450696"/>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4320" algn="l" defTabSz="914400" rtl="0" eaLnBrk="1" latinLnBrk="0" hangingPunct="1">
        <a:spcBef>
          <a:spcPct val="20000"/>
        </a:spcBef>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defTabSz="914400" rtl="0" eaLnBrk="1" latinLnBrk="0" hangingPunct="1">
        <a:spcBef>
          <a:spcPct val="20000"/>
        </a:spcBef>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anose="05050102010706020507"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0" y="5105400"/>
            <a:ext cx="12192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12192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3768304"/>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12192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2391053" y="4372168"/>
            <a:ext cx="8683348" cy="1143000"/>
          </a:xfrm>
          <a:prstGeom prst="rect">
            <a:avLst/>
          </a:prstGeom>
          <a:effectLst/>
        </p:spPr>
        <p:txBody>
          <a:bodyPr vert="horz" lIns="91440" tIns="45720" rIns="91440" bIns="4572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1524000" y="732260"/>
            <a:ext cx="8534400" cy="347472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229600" y="6172201"/>
            <a:ext cx="33528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fld id="{4AAD347D-5ACD-4C99-B74B-A9C85AD731AF}" type="datetimeFigureOut">
              <a:rPr lang="en-US" smtClean="0"/>
            </a:fld>
            <a:endParaRPr lang="en-US" dirty="0"/>
          </a:p>
        </p:txBody>
      </p:sp>
      <p:sp>
        <p:nvSpPr>
          <p:cNvPr id="5" name="Footer Placeholder 4"/>
          <p:cNvSpPr>
            <a:spLocks noGrp="1"/>
          </p:cNvSpPr>
          <p:nvPr>
            <p:ph type="ftr" sz="quarter" idx="3"/>
          </p:nvPr>
        </p:nvSpPr>
        <p:spPr>
          <a:xfrm>
            <a:off x="609600" y="6172201"/>
            <a:ext cx="4470401"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5080000" y="6172201"/>
            <a:ext cx="24384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fld id="{D57F1E4F-1CFF-5643-939E-02111984F565}"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Lst>
  <p:hf sldNum="0" hdr="0" ftr="0" dt="0"/>
  <p:txStyles>
    <p:titleStyle>
      <a:lvl1pPr marL="320040" indent="-320040" algn="r" defTabSz="914400" rtl="0" eaLnBrk="1" latinLnBrk="0" hangingPunct="1">
        <a:spcBef>
          <a:spcPct val="0"/>
        </a:spcBef>
        <a:buClr>
          <a:schemeClr val="accent6">
            <a:lumMod val="75000"/>
          </a:schemeClr>
        </a:buClr>
        <a:buSzPct val="128000"/>
        <a:buFont typeface="Georgia" panose="02040502050405020303"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600" kern="1200">
          <a:solidFill>
            <a:schemeClr val="tx1">
              <a:lumMod val="75000"/>
              <a:lumOff val="25000"/>
            </a:schemeClr>
          </a:solidFill>
          <a:latin typeface="+mn-lt"/>
          <a:ea typeface="+mn-ea"/>
          <a:cs typeface="+mn-cs"/>
        </a:defRPr>
      </a:lvl4pPr>
      <a:lvl5pPr marL="1390015"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5pPr>
      <a:lvl6pPr marL="1664335"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8pPr>
      <a:lvl9pPr marL="2587625"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45.xml"/><Relationship Id="rId1"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2.xml.rels><?xml version="1.0" encoding="UTF-8" standalone="yes"?>
<Relationships xmlns="http://schemas.openxmlformats.org/package/2006/relationships"><Relationship Id="rId9" Type="http://schemas.openxmlformats.org/officeDocument/2006/relationships/image" Target="../media/image12.png"/><Relationship Id="rId8" Type="http://schemas.openxmlformats.org/officeDocument/2006/relationships/image" Target="../media/image11.png"/><Relationship Id="rId7" Type="http://schemas.openxmlformats.org/officeDocument/2006/relationships/customXml" Target="../ink/ink4.xml"/><Relationship Id="rId6" Type="http://schemas.openxmlformats.org/officeDocument/2006/relationships/image" Target="../media/image10.png"/><Relationship Id="rId5" Type="http://schemas.openxmlformats.org/officeDocument/2006/relationships/customXml" Target="../ink/ink3.xml"/><Relationship Id="rId4" Type="http://schemas.openxmlformats.org/officeDocument/2006/relationships/image" Target="../media/image9.png"/><Relationship Id="rId3" Type="http://schemas.openxmlformats.org/officeDocument/2006/relationships/customXml" Target="../ink/ink2.xml"/><Relationship Id="rId2" Type="http://schemas.openxmlformats.org/officeDocument/2006/relationships/image" Target="../media/image8.png"/><Relationship Id="rId10" Type="http://schemas.openxmlformats.org/officeDocument/2006/relationships/slideLayout" Target="../slideLayouts/slideLayout46.xml"/><Relationship Id="rId1" Type="http://schemas.openxmlformats.org/officeDocument/2006/relationships/customXml" Target="../ink/ink1.xml"/></Relationships>
</file>

<file path=ppt/slides/_rels/slide13.xml.rels><?xml version="1.0" encoding="UTF-8" standalone="yes"?>
<Relationships xmlns="http://schemas.openxmlformats.org/package/2006/relationships"><Relationship Id="rId9" Type="http://schemas.openxmlformats.org/officeDocument/2006/relationships/image" Target="../media/image13.png"/><Relationship Id="rId8" Type="http://schemas.openxmlformats.org/officeDocument/2006/relationships/image" Target="../media/image11.png"/><Relationship Id="rId7" Type="http://schemas.openxmlformats.org/officeDocument/2006/relationships/customXml" Target="../ink/ink8.xml"/><Relationship Id="rId6" Type="http://schemas.openxmlformats.org/officeDocument/2006/relationships/image" Target="../media/image10.png"/><Relationship Id="rId5" Type="http://schemas.openxmlformats.org/officeDocument/2006/relationships/customXml" Target="../ink/ink7.xml"/><Relationship Id="rId4" Type="http://schemas.openxmlformats.org/officeDocument/2006/relationships/image" Target="../media/image9.png"/><Relationship Id="rId3" Type="http://schemas.openxmlformats.org/officeDocument/2006/relationships/customXml" Target="../ink/ink6.xml"/><Relationship Id="rId2" Type="http://schemas.openxmlformats.org/officeDocument/2006/relationships/image" Target="../media/image8.png"/><Relationship Id="rId10" Type="http://schemas.openxmlformats.org/officeDocument/2006/relationships/slideLayout" Target="../slideLayouts/slideLayout46.xml"/><Relationship Id="rId1" Type="http://schemas.openxmlformats.org/officeDocument/2006/relationships/customXml" Target="../ink/ink5.xml"/></Relationships>
</file>

<file path=ppt/slides/_rels/slide14.xml.rels><?xml version="1.0" encoding="UTF-8" standalone="yes"?>
<Relationships xmlns="http://schemas.openxmlformats.org/package/2006/relationships"><Relationship Id="rId9" Type="http://schemas.openxmlformats.org/officeDocument/2006/relationships/image" Target="../media/image14.png"/><Relationship Id="rId8" Type="http://schemas.openxmlformats.org/officeDocument/2006/relationships/image" Target="../media/image11.png"/><Relationship Id="rId7" Type="http://schemas.openxmlformats.org/officeDocument/2006/relationships/customXml" Target="../ink/ink12.xml"/><Relationship Id="rId6" Type="http://schemas.openxmlformats.org/officeDocument/2006/relationships/image" Target="../media/image10.png"/><Relationship Id="rId5" Type="http://schemas.openxmlformats.org/officeDocument/2006/relationships/customXml" Target="../ink/ink11.xml"/><Relationship Id="rId4" Type="http://schemas.openxmlformats.org/officeDocument/2006/relationships/image" Target="../media/image9.png"/><Relationship Id="rId3" Type="http://schemas.openxmlformats.org/officeDocument/2006/relationships/customXml" Target="../ink/ink10.xml"/><Relationship Id="rId2" Type="http://schemas.openxmlformats.org/officeDocument/2006/relationships/image" Target="../media/image8.png"/><Relationship Id="rId10" Type="http://schemas.openxmlformats.org/officeDocument/2006/relationships/slideLayout" Target="../slideLayouts/slideLayout46.xml"/><Relationship Id="rId1" Type="http://schemas.openxmlformats.org/officeDocument/2006/relationships/customXml" Target="../ink/ink9.xml"/></Relationships>
</file>

<file path=ppt/slides/_rels/slide15.xml.rels><?xml version="1.0" encoding="UTF-8" standalone="yes"?>
<Relationships xmlns="http://schemas.openxmlformats.org/package/2006/relationships"><Relationship Id="rId9" Type="http://schemas.openxmlformats.org/officeDocument/2006/relationships/image" Target="../media/image15.png"/><Relationship Id="rId8" Type="http://schemas.openxmlformats.org/officeDocument/2006/relationships/image" Target="../media/image11.png"/><Relationship Id="rId7" Type="http://schemas.openxmlformats.org/officeDocument/2006/relationships/customXml" Target="../ink/ink16.xml"/><Relationship Id="rId6" Type="http://schemas.openxmlformats.org/officeDocument/2006/relationships/image" Target="../media/image10.png"/><Relationship Id="rId5" Type="http://schemas.openxmlformats.org/officeDocument/2006/relationships/customXml" Target="../ink/ink15.xml"/><Relationship Id="rId4" Type="http://schemas.openxmlformats.org/officeDocument/2006/relationships/image" Target="../media/image9.png"/><Relationship Id="rId3" Type="http://schemas.openxmlformats.org/officeDocument/2006/relationships/customXml" Target="../ink/ink14.xml"/><Relationship Id="rId2" Type="http://schemas.openxmlformats.org/officeDocument/2006/relationships/image" Target="../media/image8.png"/><Relationship Id="rId10" Type="http://schemas.openxmlformats.org/officeDocument/2006/relationships/slideLayout" Target="../slideLayouts/slideLayout46.xml"/><Relationship Id="rId1" Type="http://schemas.openxmlformats.org/officeDocument/2006/relationships/customXml" Target="../ink/ink13.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image" Target="../media/image16.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image" Target="../media/image17.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image" Target="../media/image19.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image" Target="../media/image20.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tags" Target="../tags/tag1.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image" Target="../media/image21.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image" Target="../media/image22.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image" Target="../media/image23.jpe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image" Target="../media/image24.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image" Target="../media/image25.jpe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image" Target="../media/image26.jpe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image" Target="../media/image27.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image" Target="../media/image28.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image" Target="../media/image29.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image" Target="../media/image30.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image" Target="../media/image31.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image" Target="../media/image32.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image" Target="../media/image33.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image" Target="../media/image34.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image" Target="../media/image3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ITS-TPT"/>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2643" y="1033763"/>
            <a:ext cx="1219200" cy="121920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p:cNvSpPr>
            <a:spLocks noGrp="1"/>
          </p:cNvSpPr>
          <p:nvPr>
            <p:ph type="ctrTitle"/>
          </p:nvPr>
        </p:nvSpPr>
        <p:spPr>
          <a:xfrm>
            <a:off x="73152" y="71119"/>
            <a:ext cx="12051792" cy="6700071"/>
          </a:xfrm>
          <a:ln w="12700">
            <a:solidFill>
              <a:schemeClr val="accent1"/>
            </a:solidFill>
          </a:ln>
        </p:spPr>
        <p:txBody>
          <a:bodyPr>
            <a:normAutofit/>
          </a:bodyPr>
          <a:lstStyle/>
          <a:p>
            <a:pPr marL="182880" indent="0" algn="ctr">
              <a:buNone/>
            </a:pPr>
            <a:br>
              <a:rPr lang="en-US" sz="1600" dirty="0">
                <a:solidFill>
                  <a:srgbClr val="FF0000"/>
                </a:solidFill>
                <a:effectLst/>
              </a:rPr>
            </a:br>
            <a:r>
              <a:rPr lang="en-US" sz="2700" dirty="0">
                <a:solidFill>
                  <a:srgbClr val="FF0000"/>
                </a:solidFill>
                <a:effectLst/>
              </a:rPr>
              <a:t>ANNAMACHARYA INSTITUTE OF TECHNOLOGY AND SCIENCES::TIRUPATHI</a:t>
            </a:r>
            <a:br>
              <a:rPr lang="en-US" sz="2400" b="1" dirty="0">
                <a:solidFill>
                  <a:srgbClr val="FF0000"/>
                </a:solidFill>
                <a:effectLst/>
              </a:rPr>
            </a:br>
            <a:r>
              <a:rPr lang="en-IN" sz="2400" b="1" dirty="0">
                <a:solidFill>
                  <a:srgbClr val="FF0000"/>
                </a:solidFill>
                <a:effectLst/>
              </a:rPr>
              <a:t>(AUTONOMOUS)</a:t>
            </a:r>
            <a:br>
              <a:rPr lang="en-IN" sz="2400" b="1" dirty="0">
                <a:solidFill>
                  <a:srgbClr val="FF0000"/>
                </a:solidFill>
                <a:effectLst/>
              </a:rPr>
            </a:br>
            <a:br>
              <a:rPr lang="en-IN" sz="2400" b="1" dirty="0">
                <a:solidFill>
                  <a:srgbClr val="FF0000"/>
                </a:solidFill>
                <a:effectLst/>
              </a:rPr>
            </a:br>
            <a:r>
              <a:rPr lang="en-IN" sz="2800" b="1" dirty="0">
                <a:solidFill>
                  <a:srgbClr val="0033CC"/>
                </a:solidFill>
                <a:effectLst/>
              </a:rPr>
              <a:t>D</a:t>
            </a:r>
            <a:r>
              <a:rPr lang="en-IN" sz="2800" dirty="0">
                <a:solidFill>
                  <a:srgbClr val="0033CC"/>
                </a:solidFill>
                <a:effectLst/>
              </a:rPr>
              <a:t>EPARTMENT OF ARTIFICIAL INTELLIGENCE</a:t>
            </a:r>
            <a:br>
              <a:rPr lang="en-IN" sz="2800" dirty="0">
                <a:solidFill>
                  <a:srgbClr val="0033CC"/>
                </a:solidFill>
                <a:effectLst/>
              </a:rPr>
            </a:br>
            <a:r>
              <a:rPr lang="en-US" altLang="en-IN" sz="2800" dirty="0">
                <a:solidFill>
                  <a:srgbClr val="0033CC"/>
                </a:solidFill>
                <a:effectLst/>
                <a:sym typeface="+mn-ea"/>
              </a:rPr>
              <a:t>(AIDS &amp; AIML)</a:t>
            </a:r>
            <a:br>
              <a:rPr lang="en-IN" sz="2400" dirty="0">
                <a:solidFill>
                  <a:srgbClr val="0033CC"/>
                </a:solidFill>
                <a:effectLst/>
              </a:rPr>
            </a:br>
            <a:r>
              <a:rPr lang="en-IN" sz="2400" dirty="0">
                <a:effectLst/>
                <a:latin typeface="Algerian" panose="04020705040A02060702" pitchFamily="82" charset="0"/>
              </a:rPr>
              <a:t>A.Y.: 202</a:t>
            </a:r>
            <a:r>
              <a:rPr lang="en-US" altLang="en-IN" sz="2400" dirty="0">
                <a:effectLst/>
                <a:latin typeface="Algerian" panose="04020705040A02060702" pitchFamily="82" charset="0"/>
              </a:rPr>
              <a:t>4</a:t>
            </a:r>
            <a:r>
              <a:rPr lang="en-IN" sz="2400" dirty="0">
                <a:effectLst/>
                <a:latin typeface="Algerian" panose="04020705040A02060702" pitchFamily="82" charset="0"/>
              </a:rPr>
              <a:t>-202</a:t>
            </a:r>
            <a:r>
              <a:rPr lang="en-US" altLang="en-IN" sz="2400" dirty="0">
                <a:effectLst/>
                <a:latin typeface="Algerian" panose="04020705040A02060702" pitchFamily="82" charset="0"/>
              </a:rPr>
              <a:t>5</a:t>
            </a:r>
            <a:br>
              <a:rPr lang="en-IN" sz="2400" dirty="0">
                <a:effectLst/>
                <a:latin typeface="Algerian" panose="04020705040A02060702" pitchFamily="82" charset="0"/>
              </a:rPr>
            </a:br>
            <a:r>
              <a:rPr lang="en-US" altLang="en-IN" sz="3200" dirty="0">
                <a:solidFill>
                  <a:schemeClr val="accent1">
                    <a:lumMod val="75000"/>
                  </a:schemeClr>
                </a:solidFill>
                <a:effectLst/>
              </a:rPr>
              <a:t>THIRD</a:t>
            </a:r>
            <a:r>
              <a:rPr lang="en-IN" sz="3200" dirty="0">
                <a:solidFill>
                  <a:schemeClr val="accent1">
                    <a:lumMod val="75000"/>
                  </a:schemeClr>
                </a:solidFill>
                <a:effectLst/>
              </a:rPr>
              <a:t> R</a:t>
            </a:r>
            <a:r>
              <a:rPr lang="en-IN" sz="3200" b="1" dirty="0">
                <a:solidFill>
                  <a:schemeClr val="accent1">
                    <a:lumMod val="75000"/>
                  </a:schemeClr>
                </a:solidFill>
                <a:effectLst/>
              </a:rPr>
              <a:t>EVIEW</a:t>
            </a:r>
            <a:br>
              <a:rPr lang="en-IN" sz="2700" b="1" dirty="0">
                <a:solidFill>
                  <a:schemeClr val="accent1">
                    <a:lumMod val="75000"/>
                  </a:schemeClr>
                </a:solidFill>
                <a:effectLst/>
              </a:rPr>
            </a:br>
            <a:r>
              <a:rPr lang="en-IN" sz="2200" b="1" dirty="0">
                <a:solidFill>
                  <a:schemeClr val="accent1">
                    <a:lumMod val="75000"/>
                  </a:schemeClr>
                </a:solidFill>
                <a:effectLst/>
              </a:rPr>
              <a:t>[</a:t>
            </a:r>
            <a:r>
              <a:rPr lang="en-IN" sz="2200" dirty="0">
                <a:solidFill>
                  <a:srgbClr val="0033CC"/>
                </a:solidFill>
                <a:effectLst/>
              </a:rPr>
              <a:t>Academic year: 202</a:t>
            </a:r>
            <a:r>
              <a:rPr lang="en-US" altLang="en-IN" sz="2200" dirty="0">
                <a:solidFill>
                  <a:srgbClr val="0033CC"/>
                </a:solidFill>
                <a:effectLst/>
              </a:rPr>
              <a:t>4</a:t>
            </a:r>
            <a:r>
              <a:rPr lang="en-IN" sz="2200" dirty="0">
                <a:solidFill>
                  <a:srgbClr val="0033CC"/>
                </a:solidFill>
                <a:effectLst/>
              </a:rPr>
              <a:t>-2</a:t>
            </a:r>
            <a:r>
              <a:rPr lang="en-US" altLang="en-IN" sz="2200" dirty="0">
                <a:solidFill>
                  <a:srgbClr val="0033CC"/>
                </a:solidFill>
                <a:effectLst/>
              </a:rPr>
              <a:t>5</a:t>
            </a:r>
            <a:r>
              <a:rPr lang="en-IN" sz="2200" dirty="0">
                <a:solidFill>
                  <a:srgbClr val="0033CC"/>
                </a:solidFill>
                <a:effectLst/>
              </a:rPr>
              <a:t>  *  Batch: 202</a:t>
            </a:r>
            <a:r>
              <a:rPr lang="en-US" altLang="en-IN" sz="2200" dirty="0">
                <a:solidFill>
                  <a:srgbClr val="0033CC"/>
                </a:solidFill>
                <a:effectLst/>
              </a:rPr>
              <a:t>1</a:t>
            </a:r>
            <a:r>
              <a:rPr lang="en-IN" sz="2200" dirty="0">
                <a:solidFill>
                  <a:srgbClr val="0033CC"/>
                </a:solidFill>
                <a:effectLst/>
              </a:rPr>
              <a:t>-2</a:t>
            </a:r>
            <a:r>
              <a:rPr lang="en-US" altLang="en-IN" sz="2200" dirty="0">
                <a:solidFill>
                  <a:srgbClr val="0033CC"/>
                </a:solidFill>
                <a:effectLst/>
              </a:rPr>
              <a:t>5</a:t>
            </a:r>
            <a:r>
              <a:rPr lang="en-IN" sz="2200" dirty="0">
                <a:solidFill>
                  <a:srgbClr val="0033CC"/>
                </a:solidFill>
                <a:effectLst/>
              </a:rPr>
              <a:t>] </a:t>
            </a:r>
            <a:endParaRPr lang="en-IN" sz="2400" b="0" dirty="0">
              <a:solidFill>
                <a:srgbClr val="FF0000"/>
              </a:solidFill>
              <a:effectLst/>
              <a:latin typeface="+mn-lt"/>
              <a:ea typeface="Tahoma" panose="020B0604030504040204" pitchFamily="34" charset="0"/>
              <a:cs typeface="Tahoma" panose="020B0604030504040204" pitchFamily="34" charset="0"/>
            </a:endParaRPr>
          </a:p>
        </p:txBody>
      </p:sp>
      <p:sp>
        <p:nvSpPr>
          <p:cNvPr id="6" name="TextBox 5"/>
          <p:cNvSpPr txBox="1"/>
          <p:nvPr/>
        </p:nvSpPr>
        <p:spPr>
          <a:xfrm>
            <a:off x="67055" y="4642971"/>
            <a:ext cx="12051793" cy="1630045"/>
          </a:xfrm>
          <a:prstGeom prst="rect">
            <a:avLst/>
          </a:prstGeom>
          <a:noFill/>
        </p:spPr>
        <p:txBody>
          <a:bodyPr wrap="square" rtlCol="0">
            <a:spAutoFit/>
          </a:bodyPr>
          <a:lstStyle/>
          <a:p>
            <a:r>
              <a:rPr lang="en-GB" sz="2000" b="1" dirty="0">
                <a:solidFill>
                  <a:srgbClr val="FF0000"/>
                </a:solidFill>
              </a:rPr>
              <a:t>	Under the Guidance of							</a:t>
            </a:r>
            <a:r>
              <a:rPr lang="en-US" altLang="en-GB" sz="2000" b="1" dirty="0">
                <a:solidFill>
                  <a:srgbClr val="FF0000"/>
                </a:solidFill>
              </a:rPr>
              <a:t>             </a:t>
            </a:r>
            <a:r>
              <a:rPr lang="en-GB" sz="2000" b="1" dirty="0">
                <a:solidFill>
                  <a:srgbClr val="FF0000"/>
                </a:solidFill>
              </a:rPr>
              <a:t>Head of the Department</a:t>
            </a:r>
            <a:endParaRPr lang="en-GB" sz="2000" b="1" dirty="0">
              <a:solidFill>
                <a:srgbClr val="FF0000"/>
              </a:solidFill>
            </a:endParaRPr>
          </a:p>
          <a:p>
            <a:r>
              <a:rPr lang="en-GB" sz="2000" b="1" dirty="0">
                <a:solidFill>
                  <a:srgbClr val="0033CC"/>
                </a:solidFill>
              </a:rPr>
              <a:t>	</a:t>
            </a:r>
            <a:r>
              <a:rPr lang="en-GB" sz="2000" b="1" dirty="0" err="1">
                <a:solidFill>
                  <a:srgbClr val="0033CC"/>
                </a:solidFill>
                <a:sym typeface="+mn-ea"/>
              </a:rPr>
              <a:t>M</a:t>
            </a:r>
            <a:r>
              <a:rPr lang="en-US" altLang="en-GB" sz="2000" b="1" dirty="0" err="1">
                <a:solidFill>
                  <a:srgbClr val="0033CC"/>
                </a:solidFill>
                <a:sym typeface="+mn-ea"/>
              </a:rPr>
              <a:t>s V S Gayathri , M.Tech</a:t>
            </a:r>
            <a:r>
              <a:rPr lang="en-GB" sz="2000" b="1" dirty="0">
                <a:solidFill>
                  <a:srgbClr val="0033CC"/>
                </a:solidFill>
              </a:rPr>
              <a:t>						</a:t>
            </a:r>
            <a:r>
              <a:rPr lang="en-US" altLang="en-GB" sz="2000" b="1" dirty="0">
                <a:solidFill>
                  <a:srgbClr val="0033CC"/>
                </a:solidFill>
              </a:rPr>
              <a:t>             </a:t>
            </a:r>
            <a:r>
              <a:rPr lang="en-GB" sz="2000" b="1" dirty="0">
                <a:solidFill>
                  <a:srgbClr val="0033CC"/>
                </a:solidFill>
              </a:rPr>
              <a:t>Dr. </a:t>
            </a:r>
            <a:r>
              <a:rPr lang="en-GB" sz="2000" b="1" dirty="0" err="1">
                <a:solidFill>
                  <a:srgbClr val="0033CC"/>
                </a:solidFill>
              </a:rPr>
              <a:t>C.Siva</a:t>
            </a:r>
            <a:r>
              <a:rPr lang="en-US" altLang="en-GB" sz="2000" b="1" dirty="0" err="1">
                <a:solidFill>
                  <a:srgbClr val="0033CC"/>
                </a:solidFill>
              </a:rPr>
              <a:t> </a:t>
            </a:r>
            <a:r>
              <a:rPr lang="en-GB" sz="2000" b="1" dirty="0" err="1">
                <a:solidFill>
                  <a:srgbClr val="0033CC"/>
                </a:solidFill>
              </a:rPr>
              <a:t>Balaji</a:t>
            </a:r>
            <a:r>
              <a:rPr lang="en-GB" sz="2000" b="1" dirty="0">
                <a:solidFill>
                  <a:srgbClr val="0033CC"/>
                </a:solidFill>
              </a:rPr>
              <a:t> Yadav, M.Tech., Ph.D</a:t>
            </a:r>
            <a:endParaRPr lang="en-GB" sz="2000" b="1" dirty="0">
              <a:solidFill>
                <a:srgbClr val="0033CC"/>
              </a:solidFill>
            </a:endParaRPr>
          </a:p>
          <a:p>
            <a:r>
              <a:rPr lang="en-GB" sz="2000" b="1" dirty="0"/>
              <a:t>	Assistant Professor,								</a:t>
            </a:r>
            <a:r>
              <a:rPr lang="en-US" altLang="en-GB" sz="2000" b="1" dirty="0"/>
              <a:t>       </a:t>
            </a:r>
            <a:r>
              <a:rPr lang="en-GB" sz="2000" b="1" dirty="0"/>
              <a:t>Professor, 			</a:t>
            </a:r>
            <a:endParaRPr lang="en-GB" sz="2000" b="1" dirty="0"/>
          </a:p>
          <a:p>
            <a:r>
              <a:rPr lang="en-GB" sz="2000" b="1" dirty="0"/>
              <a:t>	Department of AI 	                                                      Department of AI</a:t>
            </a:r>
            <a:endParaRPr lang="en-GB" sz="2000" b="1" dirty="0"/>
          </a:p>
          <a:p>
            <a:r>
              <a:rPr lang="en-GB" sz="2000" b="1" dirty="0"/>
              <a:t>	AITS, Tirupati.	 										</a:t>
            </a:r>
            <a:r>
              <a:rPr lang="en-US" altLang="en-GB" sz="2000" b="1" dirty="0"/>
              <a:t> </a:t>
            </a:r>
            <a:r>
              <a:rPr lang="en-GB" sz="2000" b="1" dirty="0"/>
              <a:t>AITS, Tirupati.</a:t>
            </a:r>
            <a:endParaRPr lang="en-IN" sz="20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p:cNvCxnSpPr/>
          <p:nvPr/>
        </p:nvCxnSpPr>
        <p:spPr>
          <a:xfrm>
            <a:off x="477520" y="1117600"/>
            <a:ext cx="11196320" cy="0"/>
          </a:xfrm>
          <a:prstGeom prst="line">
            <a:avLst/>
          </a:prstGeom>
          <a:ln>
            <a:solidFill>
              <a:srgbClr val="0070C0"/>
            </a:solidFill>
          </a:ln>
          <a:effectLst>
            <a:outerShdw blurRad="50800" dist="38100" dir="2700000" algn="tl"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sp>
        <p:nvSpPr>
          <p:cNvPr id="2" name="Title 1"/>
          <p:cNvSpPr>
            <a:spLocks noGrp="1"/>
          </p:cNvSpPr>
          <p:nvPr>
            <p:ph type="title"/>
          </p:nvPr>
        </p:nvSpPr>
        <p:spPr>
          <a:xfrm>
            <a:off x="0" y="305128"/>
            <a:ext cx="12192000" cy="690552"/>
          </a:xfrm>
        </p:spPr>
        <p:txBody>
          <a:bodyPr>
            <a:normAutofit/>
          </a:bodyPr>
          <a:lstStyle/>
          <a:p>
            <a:pPr marL="0" indent="0" algn="l">
              <a:buNone/>
              <a:tabLst>
                <a:tab pos="355600" algn="l"/>
              </a:tabLst>
            </a:pPr>
            <a:r>
              <a:rPr lang="en-US" sz="3200" dirty="0">
                <a:solidFill>
                  <a:srgbClr val="6666FF"/>
                </a:solidFill>
              </a:rPr>
              <a:t>	</a:t>
            </a:r>
            <a:r>
              <a:rPr lang="en-US" sz="3200" dirty="0">
                <a:solidFill>
                  <a:srgbClr val="0070C0"/>
                </a:solidFill>
              </a:rPr>
              <a:t>PROJECT TITLE</a:t>
            </a:r>
            <a:endParaRPr lang="en-IN" sz="3200" b="1" dirty="0">
              <a:solidFill>
                <a:srgbClr val="0070C0"/>
              </a:solidFill>
            </a:endParaRPr>
          </a:p>
        </p:txBody>
      </p:sp>
      <p:sp>
        <p:nvSpPr>
          <p:cNvPr id="13" name="TextBox 12"/>
          <p:cNvSpPr txBox="1"/>
          <p:nvPr/>
        </p:nvSpPr>
        <p:spPr>
          <a:xfrm>
            <a:off x="91440" y="68325"/>
            <a:ext cx="12029440" cy="6721350"/>
          </a:xfrm>
          <a:prstGeom prst="rect">
            <a:avLst/>
          </a:prstGeom>
          <a:noFill/>
          <a:ln w="12700">
            <a:solidFill>
              <a:schemeClr val="accent1"/>
            </a:solidFill>
          </a:ln>
        </p:spPr>
        <p:txBody>
          <a:bodyPr wrap="square" rtlCol="0">
            <a:spAutoFit/>
          </a:bodyPr>
          <a:lstStyle/>
          <a:p>
            <a:endParaRPr lang="en-IN" dirty="0"/>
          </a:p>
        </p:txBody>
      </p:sp>
      <p:sp>
        <p:nvSpPr>
          <p:cNvPr id="12" name="TextBox 11"/>
          <p:cNvSpPr txBox="1"/>
          <p:nvPr/>
        </p:nvSpPr>
        <p:spPr>
          <a:xfrm>
            <a:off x="15240" y="2123440"/>
            <a:ext cx="12192000" cy="2122805"/>
          </a:xfrm>
          <a:prstGeom prst="rect">
            <a:avLst/>
          </a:prstGeom>
          <a:noFill/>
        </p:spPr>
        <p:txBody>
          <a:bodyPr wrap="square" rtlCol="0">
            <a:spAutoFit/>
          </a:bodyPr>
          <a:lstStyle/>
          <a:p>
            <a:pPr algn="ctr"/>
            <a:r>
              <a:rPr lang="en-IN" sz="4400" b="1" dirty="0">
                <a:solidFill>
                  <a:srgbClr val="FF0000"/>
                </a:solidFill>
                <a:effectLst/>
                <a:sym typeface="+mn-ea"/>
              </a:rPr>
              <a:t>Machine Learning-Based Classification of Sleep Patterns and Disorders</a:t>
            </a:r>
            <a:endParaRPr lang="en-IN" sz="4400" b="1" dirty="0">
              <a:solidFill>
                <a:srgbClr val="FF0000"/>
              </a:solidFill>
              <a:effectLst/>
            </a:endParaRPr>
          </a:p>
          <a:p>
            <a:pPr algn="ctr"/>
            <a:endParaRPr lang="en-IN" sz="4400" b="1" dirty="0"/>
          </a:p>
        </p:txBody>
      </p:sp>
      <p:sp>
        <p:nvSpPr>
          <p:cNvPr id="4" name="TextBox 3"/>
          <p:cNvSpPr txBox="1"/>
          <p:nvPr/>
        </p:nvSpPr>
        <p:spPr>
          <a:xfrm>
            <a:off x="-71120" y="3993524"/>
            <a:ext cx="12191999" cy="2891790"/>
          </a:xfrm>
          <a:prstGeom prst="rect">
            <a:avLst/>
          </a:prstGeom>
          <a:noFill/>
        </p:spPr>
        <p:txBody>
          <a:bodyPr wrap="square" rtlCol="0">
            <a:spAutoFit/>
          </a:bodyPr>
          <a:lstStyle/>
          <a:p>
            <a:r>
              <a:rPr lang="en-GB" sz="2000" b="1" dirty="0">
                <a:solidFill>
                  <a:srgbClr val="660033"/>
                </a:solidFill>
              </a:rPr>
              <a:t>				</a:t>
            </a:r>
            <a:r>
              <a:rPr lang="en-US" altLang="en-GB" sz="2000" b="1" dirty="0">
                <a:solidFill>
                  <a:srgbClr val="660033"/>
                </a:solidFill>
              </a:rPr>
              <a:t>               </a:t>
            </a:r>
            <a:r>
              <a:rPr lang="en-US" altLang="en-GB" sz="2800" b="1" dirty="0">
                <a:solidFill>
                  <a:srgbClr val="660033"/>
                </a:solidFill>
              </a:rPr>
              <a:t>AIDS-2-</a:t>
            </a:r>
            <a:r>
              <a:rPr lang="en-GB" sz="2800" b="1" dirty="0">
                <a:solidFill>
                  <a:srgbClr val="660033"/>
                </a:solidFill>
              </a:rPr>
              <a:t>Batch Number: </a:t>
            </a:r>
            <a:r>
              <a:rPr lang="en-US" altLang="en-GB" sz="2800" b="1" dirty="0">
                <a:solidFill>
                  <a:srgbClr val="660033"/>
                </a:solidFill>
              </a:rPr>
              <a:t>0</a:t>
            </a:r>
            <a:r>
              <a:rPr lang="en-GB" sz="2800" b="1" dirty="0">
                <a:solidFill>
                  <a:srgbClr val="660033"/>
                </a:solidFill>
              </a:rPr>
              <a:t>1</a:t>
            </a:r>
            <a:endParaRPr lang="en-GB" sz="2800" b="1" dirty="0">
              <a:solidFill>
                <a:srgbClr val="660033"/>
              </a:solidFill>
            </a:endParaRPr>
          </a:p>
          <a:p>
            <a:endParaRPr lang="en-GB" sz="1400" b="1" dirty="0"/>
          </a:p>
          <a:p>
            <a:r>
              <a:rPr lang="en-US" sz="2400" b="1" dirty="0"/>
              <a:t>				21AK1A3063  		</a:t>
            </a:r>
            <a:r>
              <a:rPr lang="en-US" sz="2400" b="1" dirty="0">
                <a:sym typeface="+mn-ea"/>
              </a:rPr>
              <a:t>M.RAMANA KUMAR REDDY</a:t>
            </a:r>
            <a:endParaRPr lang="en-US" sz="2400" b="1" dirty="0"/>
          </a:p>
          <a:p>
            <a:r>
              <a:rPr lang="en-US" sz="2400" b="1" dirty="0"/>
              <a:t>				21AK1A3054  	     </a:t>
            </a:r>
            <a:r>
              <a:rPr lang="en-US" sz="2400" b="1" dirty="0">
                <a:sym typeface="+mn-ea"/>
              </a:rPr>
              <a:t>P.PAVAN KUMAR REDDY</a:t>
            </a:r>
            <a:endParaRPr lang="en-US" sz="2400" b="1" dirty="0"/>
          </a:p>
          <a:p>
            <a:r>
              <a:rPr lang="en-US" sz="2400" b="1" dirty="0"/>
              <a:t>				21AK1A3060		     </a:t>
            </a:r>
            <a:r>
              <a:rPr lang="en-US" sz="2400" b="1" dirty="0">
                <a:sym typeface="+mn-ea"/>
              </a:rPr>
              <a:t>B.PUNEETH</a:t>
            </a:r>
            <a:r>
              <a:rPr lang="en-US" sz="2400" b="1" dirty="0"/>
              <a:t>				</a:t>
            </a:r>
            <a:endParaRPr lang="en-US" sz="2400" b="1" dirty="0"/>
          </a:p>
          <a:p>
            <a:r>
              <a:rPr lang="en-US" sz="2400" b="1" dirty="0"/>
              <a:t>                    21AK1A3093  	     </a:t>
            </a:r>
            <a:r>
              <a:rPr lang="en-US" sz="2400" b="1" dirty="0">
                <a:sym typeface="+mn-ea"/>
              </a:rPr>
              <a:t>K.VENKATA SUDEEP</a:t>
            </a:r>
            <a:endParaRPr lang="en-IN" sz="2400" b="1" dirty="0"/>
          </a:p>
          <a:p>
            <a:endParaRPr lang="en-US" sz="2400" b="1" dirty="0"/>
          </a:p>
          <a:p>
            <a:r>
              <a:rPr lang="en-IN" sz="2000" b="1" dirty="0"/>
              <a:t>				</a:t>
            </a:r>
            <a:endParaRPr lang="en-IN" sz="2000" b="1" dirty="0"/>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 y="77833"/>
            <a:ext cx="12029440" cy="705287"/>
          </a:xfrm>
          <a:ln w="3175">
            <a:solidFill>
              <a:schemeClr val="accent1"/>
            </a:solidFill>
          </a:ln>
        </p:spPr>
        <p:txBody>
          <a:bodyPr>
            <a:normAutofit/>
          </a:bodyPr>
          <a:lstStyle/>
          <a:p>
            <a:pPr marL="0" indent="0" algn="l">
              <a:buNone/>
            </a:pPr>
            <a:r>
              <a:rPr lang="en-US" sz="3200" b="1" dirty="0">
                <a:solidFill>
                  <a:srgbClr val="6666FF"/>
                </a:solidFill>
              </a:rPr>
              <a:t> </a:t>
            </a:r>
            <a:r>
              <a:rPr lang="en-US" sz="2800" b="1" dirty="0">
                <a:solidFill>
                  <a:schemeClr val="bg2">
                    <a:lumMod val="50000"/>
                  </a:schemeClr>
                </a:solidFill>
              </a:rPr>
              <a:t>ABSTRACT</a:t>
            </a:r>
            <a:endParaRPr lang="en-IN" sz="3200" b="1" dirty="0">
              <a:solidFill>
                <a:schemeClr val="bg2">
                  <a:lumMod val="50000"/>
                </a:schemeClr>
              </a:solidFill>
            </a:endParaRPr>
          </a:p>
        </p:txBody>
      </p:sp>
      <p:sp>
        <p:nvSpPr>
          <p:cNvPr id="3" name="Content Placeholder 2"/>
          <p:cNvSpPr>
            <a:spLocks noGrp="1"/>
          </p:cNvSpPr>
          <p:nvPr>
            <p:ph sz="quarter" idx="13"/>
          </p:nvPr>
        </p:nvSpPr>
        <p:spPr>
          <a:xfrm>
            <a:off x="81280" y="864401"/>
            <a:ext cx="12029440" cy="5915766"/>
          </a:xfrm>
          <a:prstGeom prst="rect">
            <a:avLst/>
          </a:prstGeom>
          <a:ln w="3175">
            <a:solidFill>
              <a:schemeClr val="accent1"/>
            </a:solidFill>
          </a:ln>
        </p:spPr>
        <p:txBody>
          <a:bodyPr>
            <a:normAutofit/>
          </a:bodyPr>
          <a:lstStyle/>
          <a:p>
            <a:pPr marL="45720" indent="0" algn="just">
              <a:spcBef>
                <a:spcPts val="0"/>
              </a:spcBef>
              <a:spcAft>
                <a:spcPts val="0"/>
              </a:spcAft>
              <a:buNone/>
            </a:pPr>
            <a:endParaRPr lang="en-US" sz="600" dirty="0">
              <a:latin typeface="Tahoma" panose="020B0604030504040204" pitchFamily="34" charset="0"/>
              <a:ea typeface="Tahoma" panose="020B0604030504040204" pitchFamily="34" charset="0"/>
              <a:cs typeface="Tahoma" panose="020B0604030504040204" pitchFamily="34" charset="0"/>
            </a:endParaRPr>
          </a:p>
          <a:p>
            <a:pPr marL="45720" indent="0" algn="just">
              <a:lnSpc>
                <a:spcPct val="150000"/>
              </a:lnSpc>
              <a:buNone/>
            </a:pPr>
            <a:r>
              <a:rPr lang="en-US" sz="2000" dirty="0">
                <a:latin typeface="Tahoma" panose="020B0604030504040204" pitchFamily="34" charset="0"/>
                <a:ea typeface="Tahoma" panose="020B0604030504040204" pitchFamily="34" charset="0"/>
                <a:cs typeface="Tahoma" panose="020B0604030504040204" pitchFamily="34" charset="0"/>
              </a:rPr>
              <a:t>	</a:t>
            </a:r>
            <a:r>
              <a:rPr lang="en-US" dirty="0">
                <a:solidFill>
                  <a:srgbClr val="000000"/>
                </a:solidFill>
                <a:latin typeface="Times New Roman" panose="02020603050405020304" pitchFamily="18" charset="0"/>
                <a:sym typeface="+mn-ea"/>
              </a:rPr>
              <a:t>Sleep disorders significantly impact physical and mental health, necessitating accurate and accessible diagnostic methods. Traditional diagnostic techniques like Polysomnography (PSG) are often inconvenient, expensive, and limited in availability. This project aims to leverage machine learning algorithms to classify sleep disorders using health and lifestyle data from the Kaggle Sleep Health and Lifestyle Dataset. The existing system employs algorithms such as K-Nearest Neighbors (KNN), Support Vector Machine (SVM), Decision Tree, Random Forest, and Artificial Neural Network (ANN), which have several limitations including computational expense and sensitivity to hyperparameters. To address these issues, the proposed system implements ensemble learning techniques, specifically Stacking Classifier and Voting Classifier, to enhance accuracy, robustness, and interpretability. By combining the strengths of multiple models, the project seeks to provide a more efficient, cost-effective, and accessible solution for diagnosing sleep disorders, ultimately improving patient outcomes and quality of life.</a:t>
            </a:r>
            <a:endParaRPr lang="en-US" dirty="0">
              <a:solidFill>
                <a:srgbClr val="000000"/>
              </a:solidFill>
              <a:latin typeface="Times New Roman" panose="02020603050405020304" pitchFamily="18" charset="0"/>
              <a:sym typeface="+mn-ea"/>
            </a:endParaRPr>
          </a:p>
          <a:p>
            <a:pPr marL="45720" indent="0" algn="just">
              <a:lnSpc>
                <a:spcPct val="150000"/>
              </a:lnSpc>
              <a:buNone/>
            </a:pPr>
            <a:endParaRPr lang="en-IN" dirty="0">
              <a:solidFill>
                <a:srgbClr val="000000"/>
              </a:solidFill>
              <a:latin typeface="Times New Roman" panose="02020603050405020304" pitchFamily="18" charset="0"/>
            </a:endParaRPr>
          </a:p>
          <a:p>
            <a:pPr marL="45720" indent="0" algn="just">
              <a:lnSpc>
                <a:spcPct val="150000"/>
              </a:lnSpc>
              <a:buNone/>
            </a:pPr>
            <a:endParaRPr lang="en-US" b="1" dirty="0">
              <a:latin typeface="Arial" panose="020B0604020202020204" pitchFamily="34" charset="0"/>
              <a:ea typeface="Tahoma" panose="020B0604030504040204" pitchFamily="34" charset="0"/>
              <a:cs typeface="Arial" panose="020B0604020202020204" pitchFamily="34" charset="0"/>
            </a:endParaRPr>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81280" y="847633"/>
            <a:ext cx="12029440" cy="5932534"/>
          </a:xfrm>
          <a:prstGeom prst="rect">
            <a:avLst/>
          </a:prstGeom>
          <a:ln w="3175">
            <a:solidFill>
              <a:schemeClr val="accent1"/>
            </a:solidFill>
          </a:ln>
        </p:spPr>
        <p:txBody>
          <a:bodyPr>
            <a:normAutofit fontScale="80000"/>
          </a:bodyPr>
          <a:lstStyle/>
          <a:p>
            <a:pPr algn="just">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sym typeface="+mn-ea"/>
              </a:rPr>
              <a:t> Machine learning helps uncover sleep patterns, making sleep disorder diagnosis easier and more accurate.</a:t>
            </a:r>
            <a:endParaRPr lang="en-US" sz="24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sym typeface="+mn-ea"/>
              </a:rPr>
              <a:t> Sleep disorders have a significant impact on millions of people worldwide, affecting their physical and mental health.</a:t>
            </a:r>
            <a:endParaRPr lang="en-US" sz="24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sym typeface="+mn-ea"/>
              </a:rPr>
              <a:t> Traditional diagnostic methods for sleep disorders, such as Polysomnography, have limitations, including inaccessibility and high cost. </a:t>
            </a:r>
            <a:endParaRPr lang="en-US" sz="24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sym typeface="+mn-ea"/>
              </a:rPr>
              <a:t> This project proposes the use of machine learning algorithms to classify sleep disorders using health and lifestyle data.</a:t>
            </a:r>
            <a:endParaRPr lang="en-US" sz="24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ü"/>
            </a:pPr>
            <a:r>
              <a:rPr lang="en-US" sz="2400" dirty="0">
                <a:effectLst/>
                <a:latin typeface="Times New Roman" panose="02020603050405020304" pitchFamily="18" charset="0"/>
                <a:cs typeface="Times New Roman" panose="02020603050405020304" pitchFamily="18" charset="0"/>
                <a:sym typeface="+mn-ea"/>
              </a:rPr>
              <a:t> Traditional machine learning algorithms, such as KNN and SVM, have limitations, including computational expense and risk of overfitting..</a:t>
            </a:r>
            <a:endParaRPr lang="en-US" sz="2400" dirty="0">
              <a:solidFill>
                <a:schemeClr val="tx1"/>
              </a:solidFill>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sym typeface="+mn-ea"/>
              </a:rPr>
              <a:t> Ensemble learning techniques, such as Stacking Classifier and Voting Classifier, can be used to enhance the performance and robustness of sleep disorder classification models.</a:t>
            </a:r>
            <a:endParaRPr lang="en-US" sz="24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sym typeface="+mn-ea"/>
              </a:rPr>
              <a:t> </a:t>
            </a:r>
            <a:r>
              <a:rPr lang="en-US" sz="2400" b="1" dirty="0">
                <a:latin typeface="Times New Roman" panose="02020603050405020304" pitchFamily="18" charset="0"/>
                <a:cs typeface="Times New Roman" panose="02020603050405020304" pitchFamily="18" charset="0"/>
                <a:sym typeface="+mn-ea"/>
              </a:rPr>
              <a:t>Keywords</a:t>
            </a:r>
            <a:r>
              <a:rPr lang="en-US" sz="2400" dirty="0">
                <a:latin typeface="Times New Roman" panose="02020603050405020304" pitchFamily="18" charset="0"/>
                <a:cs typeface="Times New Roman" panose="02020603050405020304" pitchFamily="18" charset="0"/>
                <a:sym typeface="+mn-ea"/>
              </a:rPr>
              <a:t>:Sleep Disorders,  Machine Learning, Stacking Classifier, Voting Classifier, Sleep Apnea, Insomnia.</a:t>
            </a:r>
            <a:endParaRPr lang="en-US" sz="2400" dirty="0">
              <a:latin typeface="Arial" panose="020B0604020202020204" pitchFamily="34" charset="0"/>
              <a:cs typeface="Arial" panose="020B0604020202020204" pitchFamily="34" charset="0"/>
            </a:endParaRPr>
          </a:p>
        </p:txBody>
      </p:sp>
      <p:sp>
        <p:nvSpPr>
          <p:cNvPr id="4" name="Title 1"/>
          <p:cNvSpPr txBox="1"/>
          <p:nvPr/>
        </p:nvSpPr>
        <p:spPr>
          <a:xfrm>
            <a:off x="81280" y="77833"/>
            <a:ext cx="12029440" cy="705287"/>
          </a:xfrm>
          <a:prstGeom prst="rect">
            <a:avLst/>
          </a:prstGeom>
          <a:ln w="3175">
            <a:solidFill>
              <a:schemeClr val="accent1"/>
            </a:solidFill>
          </a:ln>
          <a:effectLst/>
        </p:spPr>
        <p:txBody>
          <a:bodyPr vert="horz" lIns="91440" tIns="45720" rIns="91440" bIns="45720" rtlCol="0" anchor="t" anchorCtr="0">
            <a:normAutofit/>
          </a:bodyPr>
          <a:lstStyle>
            <a:lvl1pPr marL="320040" indent="-320040" algn="r" defTabSz="914400" rtl="0" eaLnBrk="1" latinLnBrk="0" hangingPunct="1">
              <a:spcBef>
                <a:spcPct val="0"/>
              </a:spcBef>
              <a:buClr>
                <a:schemeClr val="accent6">
                  <a:lumMod val="75000"/>
                </a:schemeClr>
              </a:buClr>
              <a:buSzPct val="128000"/>
              <a:buFont typeface="Georgia" panose="02040502050405020303"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indent="0" algn="l">
              <a:buFont typeface="Georgia" panose="02040502050405020303" pitchFamily="18" charset="0"/>
              <a:buNone/>
            </a:pPr>
            <a:r>
              <a:rPr lang="en-US" sz="3200" dirty="0">
                <a:solidFill>
                  <a:srgbClr val="6666FF"/>
                </a:solidFill>
              </a:rPr>
              <a:t> </a:t>
            </a:r>
            <a:r>
              <a:rPr lang="en-US" sz="2800" dirty="0">
                <a:solidFill>
                  <a:schemeClr val="bg2">
                    <a:lumMod val="50000"/>
                  </a:schemeClr>
                </a:solidFill>
              </a:rPr>
              <a:t>DOMAIN INTRODUCTION </a:t>
            </a:r>
            <a:endParaRPr lang="en-IN" sz="3200" dirty="0">
              <a:solidFill>
                <a:schemeClr val="bg2">
                  <a:lumMod val="50000"/>
                </a:schemeClr>
              </a:solidFill>
            </a:endParaRPr>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056" y="71121"/>
            <a:ext cx="12043663" cy="690879"/>
          </a:xfrm>
          <a:ln w="3175">
            <a:solidFill>
              <a:schemeClr val="accent1"/>
            </a:solidFill>
          </a:ln>
        </p:spPr>
        <p:txBody>
          <a:bodyPr>
            <a:normAutofit/>
          </a:bodyPr>
          <a:lstStyle/>
          <a:p>
            <a:pPr marL="0" indent="0" algn="l">
              <a:buNone/>
            </a:pPr>
            <a:r>
              <a:rPr lang="en-US" sz="3200" b="1" dirty="0">
                <a:solidFill>
                  <a:srgbClr val="6666FF"/>
                </a:solidFill>
              </a:rPr>
              <a:t> RELATED WORKS (EXISTING)</a:t>
            </a:r>
            <a:endParaRPr lang="en-IN" sz="3200" b="1" dirty="0">
              <a:solidFill>
                <a:srgbClr val="6666FF"/>
              </a:solidFill>
            </a:endParaRPr>
          </a:p>
        </p:txBody>
      </p:sp>
      <p:graphicFrame>
        <p:nvGraphicFramePr>
          <p:cNvPr id="4" name="Table 3"/>
          <p:cNvGraphicFramePr>
            <a:graphicFrameLocks noGrp="1"/>
          </p:cNvGraphicFramePr>
          <p:nvPr/>
        </p:nvGraphicFramePr>
        <p:xfrm>
          <a:off x="58887" y="872279"/>
          <a:ext cx="12060000" cy="6404610"/>
        </p:xfrm>
        <a:graphic>
          <a:graphicData uri="http://schemas.openxmlformats.org/drawingml/2006/table">
            <a:tbl>
              <a:tblPr firstRow="1" bandRow="1">
                <a:tableStyleId>{5C22544A-7EE6-4342-B048-85BDC9FD1C3A}</a:tableStyleId>
              </a:tblPr>
              <a:tblGrid>
                <a:gridCol w="520872"/>
                <a:gridCol w="1926590"/>
                <a:gridCol w="3281045"/>
                <a:gridCol w="2159635"/>
                <a:gridCol w="1727200"/>
                <a:gridCol w="2444658"/>
              </a:tblGrid>
              <a:tr h="761474">
                <a:tc>
                  <a:txBody>
                    <a:bodyPr/>
                    <a:lstStyle/>
                    <a:p>
                      <a:pPr algn="ctr"/>
                      <a:r>
                        <a:rPr lang="en-US" sz="1600" dirty="0">
                          <a:latin typeface="Arial" panose="020B0604020202020204" pitchFamily="34" charset="0"/>
                          <a:cs typeface="Arial" panose="020B0604020202020204" pitchFamily="34" charset="0"/>
                        </a:rPr>
                        <a:t>Sl.</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Title of the Paper</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Problem</a:t>
                      </a:r>
                      <a:r>
                        <a:rPr lang="en-US" sz="1600" baseline="0" dirty="0">
                          <a:latin typeface="Arial" panose="020B0604020202020204" pitchFamily="34" charset="0"/>
                          <a:cs typeface="Arial" panose="020B0604020202020204" pitchFamily="34" charset="0"/>
                        </a:rPr>
                        <a:t> Statement</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Method /</a:t>
                      </a:r>
                      <a:r>
                        <a:rPr lang="en-US" sz="1600" baseline="0" dirty="0">
                          <a:latin typeface="Arial" panose="020B0604020202020204" pitchFamily="34" charset="0"/>
                          <a:cs typeface="Arial" panose="020B0604020202020204" pitchFamily="34" charset="0"/>
                        </a:rPr>
                        <a:t> Algorithm Used</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Year</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Author Name</a:t>
                      </a:r>
                      <a:endParaRPr lang="en-US" sz="1600" dirty="0">
                        <a:latin typeface="Arial" panose="020B0604020202020204" pitchFamily="34" charset="0"/>
                        <a:cs typeface="Arial" panose="020B0604020202020204" pitchFamily="34" charset="0"/>
                      </a:endParaRPr>
                    </a:p>
                  </a:txBody>
                  <a:tcPr/>
                </a:tc>
              </a:tr>
              <a:tr h="2852420">
                <a:tc>
                  <a:txBody>
                    <a:bodyPr/>
                    <a:lstStyle/>
                    <a:p>
                      <a:pPr algn="ctr"/>
                      <a:r>
                        <a:rPr lang="en-US" sz="1600" dirty="0">
                          <a:latin typeface="Arial" panose="020B0604020202020204" pitchFamily="34" charset="0"/>
                          <a:cs typeface="Arial" panose="020B0604020202020204" pitchFamily="34" charset="0"/>
                        </a:rPr>
                        <a:t>1.</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sym typeface="+mn-ea"/>
                        </a:rPr>
                        <a:t>Ensemble SVM Method for Automatic Sleep Stage Classification,</a:t>
                      </a:r>
                      <a:endParaRPr lang="en-US" sz="1600" b="0" dirty="0">
                        <a:latin typeface="Times New Roman" panose="02020603050405020304" pitchFamily="18" charset="0"/>
                        <a:cs typeface="Times New Roman" panose="02020603050405020304" pitchFamily="18" charset="0"/>
                      </a:endParaRPr>
                    </a:p>
                    <a:p>
                      <a:pPr algn="ct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effectLst/>
                          <a:latin typeface="Times New Roman" panose="02020603050405020304" pitchFamily="18" charset="0"/>
                          <a:cs typeface="Times New Roman" panose="02020603050405020304" pitchFamily="18" charset="0"/>
                          <a:sym typeface="+mn-ea"/>
                        </a:rPr>
                        <a:t>This paper discusses the use of ensemble support vector machine (SVM) methods for automatic sleep stage classification. The authors address the challenges of accurately classifying sleep stages and demonstrate the effectiveness of ensemble methods in improving classification accuracy</a:t>
                      </a:r>
                      <a:endParaRPr lang="en-US" sz="1600" dirty="0">
                        <a:latin typeface="Times New Roman" panose="02020603050405020304" pitchFamily="18" charset="0"/>
                        <a:cs typeface="Times New Roman" panose="02020603050405020304" pitchFamily="18" charset="0"/>
                      </a:endParaRPr>
                    </a:p>
                    <a:p>
                      <a:pPr algn="ct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sym typeface="+mn-ea"/>
                        </a:rPr>
                        <a:t>Support Vector Machine(SVM)</a:t>
                      </a:r>
                      <a:endParaRPr lang="en-US" sz="1600" dirty="0">
                        <a:latin typeface="Times New Roman" panose="02020603050405020304" pitchFamily="18" charset="0"/>
                        <a:cs typeface="Times New Roman" panose="02020603050405020304" pitchFamily="18" charset="0"/>
                      </a:endParaRPr>
                    </a:p>
                    <a:p>
                      <a:pPr algn="ctr"/>
                      <a:endParaRPr lang="en-US" sz="1600" dirty="0">
                        <a:latin typeface="Arial" panose="020B0604020202020204" pitchFamily="34" charset="0"/>
                        <a:cs typeface="Arial" panose="020B0604020202020204" pitchFamily="34" charset="0"/>
                      </a:endParaRPr>
                    </a:p>
                  </a:txBody>
                  <a:tcPr/>
                </a:tc>
                <a:tc>
                  <a:txBody>
                    <a:bodyPr/>
                    <a:lstStyle/>
                    <a:p>
                      <a:pPr algn="ctr">
                        <a:lnSpc>
                          <a:spcPct val="150000"/>
                        </a:lnSpc>
                      </a:pPr>
                      <a:endParaRPr lang="en-US" sz="1600" dirty="0">
                        <a:latin typeface="Arial" panose="020B0604020202020204" pitchFamily="34" charset="0"/>
                        <a:cs typeface="Arial" panose="020B0604020202020204" pitchFamily="34" charset="0"/>
                      </a:endParaRPr>
                    </a:p>
                    <a:p>
                      <a:pPr algn="ctr">
                        <a:lnSpc>
                          <a:spcPct val="150000"/>
                        </a:lnSpc>
                      </a:pPr>
                      <a:endParaRPr lang="en-US" sz="1600" dirty="0">
                        <a:latin typeface="Arial" panose="020B0604020202020204" pitchFamily="34" charset="0"/>
                        <a:cs typeface="Arial" panose="020B0604020202020204" pitchFamily="34" charset="0"/>
                      </a:endParaRPr>
                    </a:p>
                    <a:p>
                      <a:pPr algn="ctr">
                        <a:lnSpc>
                          <a:spcPct val="150000"/>
                        </a:lnSpc>
                      </a:pPr>
                      <a:r>
                        <a:rPr lang="en-US" sz="1600" dirty="0">
                          <a:latin typeface="Arial" panose="020B0604020202020204" pitchFamily="34" charset="0"/>
                          <a:cs typeface="Arial" panose="020B0604020202020204" pitchFamily="34" charset="0"/>
                        </a:rPr>
                        <a:t>2018</a:t>
                      </a:r>
                      <a:endParaRPr lang="en-US" sz="1600" dirty="0">
                        <a:latin typeface="Arial" panose="020B0604020202020204" pitchFamily="34" charset="0"/>
                        <a:cs typeface="Arial" panose="020B0604020202020204" pitchFamily="34" charset="0"/>
                      </a:endParaRPr>
                    </a:p>
                  </a:txBody>
                  <a:tcPr/>
                </a:tc>
                <a:tc>
                  <a:txBody>
                    <a:bodyPr/>
                    <a:lstStyle/>
                    <a:p>
                      <a:pPr algn="ctr" fontAlgn="ctr"/>
                      <a:r>
                        <a:rPr lang="en-US" sz="1600" dirty="0">
                          <a:effectLst/>
                          <a:latin typeface="Times New Roman" panose="02020603050405020304" pitchFamily="18" charset="0"/>
                          <a:cs typeface="Times New Roman" panose="02020603050405020304" pitchFamily="18" charset="0"/>
                          <a:sym typeface="+mn-ea"/>
                        </a:rPr>
                        <a:t>E. </a:t>
                      </a:r>
                      <a:r>
                        <a:rPr lang="en-US" sz="1600" dirty="0" err="1">
                          <a:effectLst/>
                          <a:latin typeface="Times New Roman" panose="02020603050405020304" pitchFamily="18" charset="0"/>
                          <a:cs typeface="Times New Roman" panose="02020603050405020304" pitchFamily="18" charset="0"/>
                          <a:sym typeface="+mn-ea"/>
                        </a:rPr>
                        <a:t>Alickovic</a:t>
                      </a:r>
                      <a:r>
                        <a:rPr lang="en-US" sz="1600" dirty="0">
                          <a:effectLst/>
                          <a:latin typeface="Times New Roman" panose="02020603050405020304" pitchFamily="18" charset="0"/>
                          <a:cs typeface="Times New Roman" panose="02020603050405020304" pitchFamily="18" charset="0"/>
                          <a:sym typeface="+mn-ea"/>
                        </a:rPr>
                        <a:t> &amp; A. Subasi</a:t>
                      </a:r>
                      <a:endParaRPr lang="en-US" sz="1600" b="0" dirty="0">
                        <a:latin typeface="Times New Roman" panose="02020603050405020304" pitchFamily="18" charset="0"/>
                        <a:cs typeface="Times New Roman" panose="02020603050405020304" pitchFamily="18" charset="0"/>
                      </a:endParaRPr>
                    </a:p>
                    <a:p>
                      <a:pPr algn="ctr" fontAlgn="ct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r>
              <a:tr h="2790425">
                <a:tc>
                  <a:txBody>
                    <a:bodyPr/>
                    <a:lstStyle/>
                    <a:p>
                      <a:pPr algn="ctr"/>
                      <a:r>
                        <a:rPr lang="en-US" sz="1600" dirty="0">
                          <a:latin typeface="Arial" panose="020B0604020202020204" pitchFamily="34" charset="0"/>
                          <a:cs typeface="Arial" panose="020B0604020202020204" pitchFamily="34" charset="0"/>
                        </a:rPr>
                        <a:t>2.</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effectLst/>
                          <a:latin typeface="Times New Roman" panose="02020603050405020304" pitchFamily="18" charset="0"/>
                          <a:cs typeface="Times New Roman" panose="02020603050405020304" pitchFamily="18" charset="0"/>
                          <a:sym typeface="+mn-ea"/>
                        </a:rPr>
                        <a:t>Deep Learning for Classification of Sleep Stages</a:t>
                      </a:r>
                      <a:endParaRPr lang="en-US" sz="1600" b="0" kern="1200" dirty="0">
                        <a:solidFill>
                          <a:schemeClr val="tx1"/>
                        </a:solidFill>
                        <a:effectLst/>
                        <a:latin typeface="Times New Roman" panose="02020603050405020304" pitchFamily="18" charset="0"/>
                        <a:ea typeface="+mn-ea"/>
                        <a:cs typeface="Times New Roman" panose="02020603050405020304" pitchFamily="18" charset="0"/>
                      </a:endParaRPr>
                    </a:p>
                    <a:p>
                      <a:pPr algn="ct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effectLst/>
                          <a:latin typeface="Times New Roman" panose="02020603050405020304" pitchFamily="18" charset="0"/>
                          <a:cs typeface="Times New Roman" panose="02020603050405020304" pitchFamily="18" charset="0"/>
                          <a:sym typeface="+mn-ea"/>
                        </a:rPr>
                        <a:t>This study focuses on the application of deep learning techniques for the classification of sleep stages using EEG data. The authors emphasize the potential of deep learning models to handle complex and high-dimensional sleep data, achieving high classification accuracy.</a:t>
                      </a:r>
                      <a:endParaRPr lang="en-US" sz="1600" b="0" dirty="0">
                        <a:latin typeface="Times New Roman" panose="02020603050405020304" pitchFamily="18" charset="0"/>
                        <a:cs typeface="Times New Roman" panose="02020603050405020304" pitchFamily="18" charset="0"/>
                      </a:endParaRPr>
                    </a:p>
                    <a:p>
                      <a:pPr algn="ctr"/>
                      <a:endParaRPr lang="en-US" sz="1600" dirty="0">
                        <a:latin typeface="Arial" panose="020B0604020202020204" pitchFamily="34" charset="0"/>
                        <a:cs typeface="Arial" panose="020B0604020202020204" pitchFamily="34" charset="0"/>
                      </a:endParaRPr>
                    </a:p>
                  </a:txBody>
                  <a:tcPr/>
                </a:tc>
                <a:tc>
                  <a:txBody>
                    <a:bodyPr/>
                    <a:lstStyle/>
                    <a:p>
                      <a:pPr algn="l"/>
                      <a:r>
                        <a:rPr lang="en-US" sz="1600" dirty="0">
                          <a:latin typeface="Times New Roman" panose="02020603050405020304" pitchFamily="18" charset="0"/>
                          <a:cs typeface="Times New Roman" panose="02020603050405020304" pitchFamily="18" charset="0"/>
                          <a:sym typeface="+mn-ea"/>
                        </a:rPr>
                        <a:t>Convolutional Neural Networks(CNN) &amp; </a:t>
                      </a:r>
                      <a:endParaRPr lang="en-US" sz="1600" dirty="0">
                        <a:latin typeface="Times New Roman" panose="02020603050405020304" pitchFamily="18" charset="0"/>
                        <a:cs typeface="Times New Roman" panose="02020603050405020304" pitchFamily="18" charset="0"/>
                      </a:endParaRPr>
                    </a:p>
                    <a:p>
                      <a:pPr algn="l"/>
                      <a:r>
                        <a:rPr lang="en-US" sz="1600" dirty="0">
                          <a:latin typeface="Times New Roman" panose="02020603050405020304" pitchFamily="18" charset="0"/>
                          <a:cs typeface="Times New Roman" panose="02020603050405020304" pitchFamily="18" charset="0"/>
                          <a:sym typeface="+mn-ea"/>
                        </a:rPr>
                        <a:t>Recurrent Neural Networks(RNN)</a:t>
                      </a:r>
                      <a:endParaRPr lang="en-US" sz="1600" dirty="0">
                        <a:latin typeface="Times New Roman" panose="02020603050405020304" pitchFamily="18" charset="0"/>
                        <a:cs typeface="Times New Roman" panose="02020603050405020304" pitchFamily="18" charset="0"/>
                      </a:endParaRPr>
                    </a:p>
                    <a:p>
                      <a:pPr algn="ctr"/>
                      <a:endParaRPr lang="en-US" sz="1600" dirty="0">
                        <a:latin typeface="Arial" panose="020B0604020202020204" pitchFamily="34" charset="0"/>
                        <a:cs typeface="Arial" panose="020B0604020202020204" pitchFamily="34" charset="0"/>
                      </a:endParaRPr>
                    </a:p>
                  </a:txBody>
                  <a:tcPr/>
                </a:tc>
                <a:tc>
                  <a:txBody>
                    <a:bodyPr/>
                    <a:lstStyle/>
                    <a:p>
                      <a:pPr algn="ctr">
                        <a:lnSpc>
                          <a:spcPct val="150000"/>
                        </a:lnSpc>
                      </a:pPr>
                      <a:endParaRPr lang="en-US" sz="1600" dirty="0">
                        <a:latin typeface="Arial" panose="020B0604020202020204" pitchFamily="34" charset="0"/>
                        <a:cs typeface="Arial" panose="020B0604020202020204" pitchFamily="34" charset="0"/>
                      </a:endParaRPr>
                    </a:p>
                    <a:p>
                      <a:pPr algn="ctr">
                        <a:lnSpc>
                          <a:spcPct val="150000"/>
                        </a:lnSpc>
                      </a:pPr>
                      <a:endParaRPr lang="en-US" sz="1600" dirty="0">
                        <a:latin typeface="Arial" panose="020B0604020202020204" pitchFamily="34" charset="0"/>
                        <a:cs typeface="Arial" panose="020B0604020202020204" pitchFamily="34" charset="0"/>
                      </a:endParaRPr>
                    </a:p>
                    <a:p>
                      <a:pPr algn="ctr">
                        <a:lnSpc>
                          <a:spcPct val="150000"/>
                        </a:lnSpc>
                      </a:pPr>
                      <a:endParaRPr lang="en-US" sz="1600" dirty="0">
                        <a:latin typeface="Arial" panose="020B0604020202020204" pitchFamily="34" charset="0"/>
                        <a:cs typeface="Arial" panose="020B0604020202020204" pitchFamily="34" charset="0"/>
                      </a:endParaRPr>
                    </a:p>
                    <a:p>
                      <a:pPr algn="ctr">
                        <a:lnSpc>
                          <a:spcPct val="150000"/>
                        </a:lnSpc>
                      </a:pPr>
                      <a:r>
                        <a:rPr lang="en-US" sz="1600" dirty="0">
                          <a:latin typeface="Arial" panose="020B0604020202020204" pitchFamily="34" charset="0"/>
                          <a:cs typeface="Arial" panose="020B0604020202020204" pitchFamily="34" charset="0"/>
                        </a:rPr>
                        <a:t>2019</a:t>
                      </a:r>
                      <a:endParaRPr lang="en-US" sz="1600" dirty="0">
                        <a:latin typeface="Arial" panose="020B0604020202020204" pitchFamily="34" charset="0"/>
                        <a:cs typeface="Arial" panose="020B0604020202020204" pitchFamily="34" charset="0"/>
                      </a:endParaRPr>
                    </a:p>
                  </a:txBody>
                  <a:tcPr/>
                </a:tc>
                <a:tc>
                  <a:txBody>
                    <a:bodyPr/>
                    <a:lstStyle/>
                    <a:p>
                      <a:pPr algn="ctr" fontAlgn="ctr"/>
                      <a:r>
                        <a:rPr lang="en-US" sz="1600" dirty="0">
                          <a:effectLst/>
                          <a:latin typeface="Times New Roman" panose="02020603050405020304" pitchFamily="18" charset="0"/>
                          <a:cs typeface="Times New Roman" panose="02020603050405020304" pitchFamily="18" charset="0"/>
                          <a:sym typeface="+mn-ea"/>
                        </a:rPr>
                        <a:t>C. Tran, Y. Wijesuriya, R. </a:t>
                      </a:r>
                      <a:r>
                        <a:rPr lang="en-US" sz="1600" dirty="0" err="1">
                          <a:effectLst/>
                          <a:latin typeface="Times New Roman" panose="02020603050405020304" pitchFamily="18" charset="0"/>
                          <a:cs typeface="Times New Roman" panose="02020603050405020304" pitchFamily="18" charset="0"/>
                          <a:sym typeface="+mn-ea"/>
                        </a:rPr>
                        <a:t>Thuraisingham</a:t>
                      </a:r>
                      <a:r>
                        <a:rPr lang="en-US" sz="1600" dirty="0">
                          <a:effectLst/>
                          <a:latin typeface="Times New Roman" panose="02020603050405020304" pitchFamily="18" charset="0"/>
                          <a:cs typeface="Times New Roman" panose="02020603050405020304" pitchFamily="18" charset="0"/>
                          <a:sym typeface="+mn-ea"/>
                        </a:rPr>
                        <a:t>, A. Craig, &amp; H. Nguyen</a:t>
                      </a:r>
                      <a:endParaRPr lang="en-US" sz="1600" dirty="0">
                        <a:latin typeface="Times New Roman" panose="02020603050405020304" pitchFamily="18" charset="0"/>
                        <a:cs typeface="Times New Roman" panose="02020603050405020304" pitchFamily="18" charset="0"/>
                      </a:endParaRPr>
                    </a:p>
                    <a:p>
                      <a:pPr algn="ctr" fontAlgn="ct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r>
            </a:tbl>
          </a:graphicData>
        </a:graphic>
      </p:graphicFrame>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93831" y="862014"/>
          <a:ext cx="12059920" cy="6098540"/>
        </p:xfrm>
        <a:graphic>
          <a:graphicData uri="http://schemas.openxmlformats.org/drawingml/2006/table">
            <a:tbl>
              <a:tblPr firstRow="1" bandRow="1">
                <a:tableStyleId>{5C22544A-7EE6-4342-B048-85BDC9FD1C3A}</a:tableStyleId>
              </a:tblPr>
              <a:tblGrid>
                <a:gridCol w="532718"/>
                <a:gridCol w="1764665"/>
                <a:gridCol w="4001273"/>
                <a:gridCol w="1896745"/>
                <a:gridCol w="1407123"/>
                <a:gridCol w="2457476"/>
              </a:tblGrid>
              <a:tr h="596386">
                <a:tc>
                  <a:txBody>
                    <a:bodyPr/>
                    <a:lstStyle/>
                    <a:p>
                      <a:pPr algn="ctr"/>
                      <a:r>
                        <a:rPr lang="en-US" sz="1600" dirty="0">
                          <a:latin typeface="Arial" panose="020B0604020202020204" pitchFamily="34" charset="0"/>
                          <a:cs typeface="Arial" panose="020B0604020202020204" pitchFamily="34" charset="0"/>
                        </a:rPr>
                        <a:t>Sl.</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Title of the Paper</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Problem</a:t>
                      </a:r>
                      <a:r>
                        <a:rPr lang="en-US" sz="1600" baseline="0" dirty="0">
                          <a:latin typeface="Arial" panose="020B0604020202020204" pitchFamily="34" charset="0"/>
                          <a:cs typeface="Arial" panose="020B0604020202020204" pitchFamily="34" charset="0"/>
                        </a:rPr>
                        <a:t> Statement</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Method/</a:t>
                      </a:r>
                      <a:r>
                        <a:rPr lang="en-US" sz="1600" baseline="0" dirty="0">
                          <a:latin typeface="Arial" panose="020B0604020202020204" pitchFamily="34" charset="0"/>
                          <a:cs typeface="Arial" panose="020B0604020202020204" pitchFamily="34" charset="0"/>
                        </a:rPr>
                        <a:t> Algorithm Used</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Year</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Arial" panose="020B0604020202020204" pitchFamily="34" charset="0"/>
                          <a:cs typeface="Arial" panose="020B0604020202020204" pitchFamily="34" charset="0"/>
                        </a:rPr>
                        <a:t>Author Name</a:t>
                      </a:r>
                      <a:endParaRPr lang="en-US" sz="1600" dirty="0">
                        <a:latin typeface="Arial" panose="020B0604020202020204" pitchFamily="34" charset="0"/>
                        <a:cs typeface="Arial" panose="020B0604020202020204" pitchFamily="34" charset="0"/>
                      </a:endParaRPr>
                    </a:p>
                  </a:txBody>
                  <a:tcPr/>
                </a:tc>
              </a:tr>
              <a:tr h="1639737">
                <a:tc>
                  <a:txBody>
                    <a:bodyPr/>
                    <a:lstStyle/>
                    <a:p>
                      <a:pPr algn="ctr"/>
                      <a:r>
                        <a:rPr lang="en-US" sz="1600" dirty="0">
                          <a:latin typeface="Arial" panose="020B0604020202020204" pitchFamily="34" charset="0"/>
                          <a:cs typeface="Arial" panose="020B0604020202020204" pitchFamily="34" charset="0"/>
                        </a:rPr>
                        <a:t>3.</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sym typeface="+mn-ea"/>
                        </a:rPr>
                        <a:t>Sleep Apnea Detection Based on Time and Frequency Domain Analysis of ECG and SpO2 Signals</a:t>
                      </a:r>
                      <a:endParaRPr lang="en-US" sz="1600" b="0" dirty="0">
                        <a:latin typeface="Times New Roman" panose="02020603050405020304" pitchFamily="18" charset="0"/>
                        <a:cs typeface="Times New Roman" panose="02020603050405020304" pitchFamily="18" charset="0"/>
                      </a:endParaRPr>
                    </a:p>
                    <a:p>
                      <a:pPr algn="ct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effectLst/>
                          <a:latin typeface="Times New Roman" panose="02020603050405020304" pitchFamily="18" charset="0"/>
                          <a:cs typeface="Times New Roman" panose="02020603050405020304" pitchFamily="18" charset="0"/>
                          <a:sym typeface="+mn-ea"/>
                        </a:rPr>
                        <a:t>The authors propose a method for detecting sleep apnea using time and frequency domain analysis of ECG and SpO2 signals. By applying machine learning algorithms to these physiological signals, they achieve high accuracy in identifying sleep apnea events.</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p>
                      <a:pPr algn="ct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sym typeface="+mn-ea"/>
                        </a:rPr>
                        <a:t>Time-Domain Analysis &amp; </a:t>
                      </a:r>
                      <a:r>
                        <a:rPr lang="en-US" sz="1600" dirty="0">
                          <a:latin typeface="Times New Roman" panose="02020603050405020304" pitchFamily="18" charset="0"/>
                          <a:cs typeface="Times New Roman" panose="02020603050405020304" pitchFamily="18" charset="0"/>
                          <a:sym typeface="+mn-ea"/>
                        </a:rPr>
                        <a:t>Frequency Domain Analysis</a:t>
                      </a:r>
                      <a:endParaRPr lang="en-US" sz="1600" dirty="0">
                        <a:latin typeface="Times New Roman" panose="02020603050405020304" pitchFamily="18" charset="0"/>
                        <a:cs typeface="Times New Roman" panose="02020603050405020304" pitchFamily="18" charset="0"/>
                      </a:endParaRPr>
                    </a:p>
                    <a:p>
                      <a:pPr algn="ctr"/>
                      <a:endParaRPr lang="en-US" sz="1600" dirty="0">
                        <a:latin typeface="Arial" panose="020B0604020202020204" pitchFamily="34" charset="0"/>
                        <a:cs typeface="Arial" panose="020B0604020202020204" pitchFamily="34" charset="0"/>
                      </a:endParaRPr>
                    </a:p>
                  </a:txBody>
                  <a:tcPr/>
                </a:tc>
                <a:tc>
                  <a:txBody>
                    <a:bodyPr/>
                    <a:lstStyle/>
                    <a:p>
                      <a:pPr algn="ctr" fontAlgn="ctr"/>
                      <a:r>
                        <a:rPr lang="en-IN" sz="1600" kern="1200" dirty="0">
                          <a:solidFill>
                            <a:schemeClr val="dk1"/>
                          </a:solidFill>
                          <a:effectLst/>
                          <a:latin typeface="Times New Roman" panose="02020603050405020304" pitchFamily="18" charset="0"/>
                          <a:ea typeface="+mn-ea"/>
                          <a:cs typeface="Times New Roman" panose="02020603050405020304" pitchFamily="18" charset="0"/>
                        </a:rPr>
                        <a:t>20</a:t>
                      </a:r>
                      <a:r>
                        <a:rPr lang="en-US" altLang="en-IN" sz="1600" kern="1200" dirty="0">
                          <a:solidFill>
                            <a:schemeClr val="dk1"/>
                          </a:solidFill>
                          <a:effectLst/>
                          <a:latin typeface="Times New Roman" panose="02020603050405020304" pitchFamily="18" charset="0"/>
                          <a:ea typeface="+mn-ea"/>
                          <a:cs typeface="Times New Roman" panose="02020603050405020304" pitchFamily="18" charset="0"/>
                        </a:rPr>
                        <a:t>20</a:t>
                      </a:r>
                      <a:endParaRPr lang="en-US" alt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c>
                  <a:txBody>
                    <a:bodyPr/>
                    <a:lstStyle/>
                    <a:p>
                      <a:pPr algn="ctr" fontAlgn="ctr"/>
                      <a:r>
                        <a:rPr lang="fi-FI" sz="1600" dirty="0">
                          <a:latin typeface="Times New Roman" panose="02020603050405020304" pitchFamily="18" charset="0"/>
                          <a:cs typeface="Times New Roman" panose="02020603050405020304" pitchFamily="18" charset="0"/>
                          <a:sym typeface="+mn-ea"/>
                        </a:rPr>
                        <a:t>M. J. Sun, Z. F. Wu, &amp; X. B. Lu</a:t>
                      </a:r>
                      <a:endParaRPr lang="en-US" sz="1600" b="0" dirty="0">
                        <a:latin typeface="Times New Roman" panose="02020603050405020304" pitchFamily="18" charset="0"/>
                        <a:cs typeface="Times New Roman" panose="02020603050405020304" pitchFamily="18" charset="0"/>
                      </a:endParaRPr>
                    </a:p>
                    <a:p>
                      <a:pPr algn="ctr" fontAlgn="ct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r>
              <a:tr h="2103049">
                <a:tc>
                  <a:txBody>
                    <a:bodyPr/>
                    <a:lstStyle/>
                    <a:p>
                      <a:pPr algn="ctr"/>
                      <a:r>
                        <a:rPr lang="en-US" sz="1600" dirty="0">
                          <a:latin typeface="Arial" panose="020B0604020202020204" pitchFamily="34" charset="0"/>
                          <a:cs typeface="Arial" panose="020B0604020202020204" pitchFamily="34" charset="0"/>
                        </a:rPr>
                        <a:t>4.</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sym typeface="+mn-ea"/>
                        </a:rPr>
                        <a:t>Sleep Disorder Classification Using EEG Signal Analysis and Machine Learning</a:t>
                      </a:r>
                      <a:endParaRPr lang="en-US" sz="1600" b="0" dirty="0">
                        <a:latin typeface="Times New Roman" panose="02020603050405020304" pitchFamily="18" charset="0"/>
                        <a:cs typeface="Times New Roman" panose="02020603050405020304" pitchFamily="18" charset="0"/>
                      </a:endParaRPr>
                    </a:p>
                    <a:p>
                      <a:pPr algn="ct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effectLst/>
                          <a:latin typeface="Times New Roman" panose="02020603050405020304" pitchFamily="18" charset="0"/>
                          <a:cs typeface="Times New Roman" panose="02020603050405020304" pitchFamily="18" charset="0"/>
                          <a:sym typeface="+mn-ea"/>
                        </a:rPr>
                        <a:t>The authors present a comprehensive approach to sleep disorder classification using EEG signal analysis and machine learning techniques. By extracting relevant features from EEG signals and applying classifiers such as SVM and deep neural networks, they achieve high classification accuracy</a:t>
                      </a:r>
                      <a:endParaRPr lang="en-US" sz="1600" dirty="0">
                        <a:latin typeface="Times New Roman" panose="02020603050405020304" pitchFamily="18" charset="0"/>
                        <a:cs typeface="Times New Roman" panose="02020603050405020304" pitchFamily="18" charset="0"/>
                      </a:endParaRPr>
                    </a:p>
                    <a:p>
                      <a:pPr algn="ctr"/>
                      <a:endParaRPr lang="en-US" sz="1600" dirty="0">
                        <a:latin typeface="Arial" panose="020B0604020202020204" pitchFamily="34" charset="0"/>
                        <a:cs typeface="Arial" panose="020B0604020202020204" pitchFamily="34" charset="0"/>
                      </a:endParaRPr>
                    </a:p>
                  </a:txBody>
                  <a:tcPr/>
                </a:tc>
                <a:tc>
                  <a:txBody>
                    <a:bodyPr/>
                    <a:lstStyle/>
                    <a:p>
                      <a:pPr algn="ctr"/>
                      <a:r>
                        <a:rPr lang="en-US" altLang="en-IN" sz="1600" kern="100" dirty="0">
                          <a:effectLst/>
                          <a:latin typeface="Times New Roman" panose="02020603050405020304" pitchFamily="18" charset="0"/>
                          <a:ea typeface="Times New Roman" panose="02020603050405020304" pitchFamily="18" charset="0"/>
                          <a:cs typeface="Times New Roman" panose="02020603050405020304" pitchFamily="18" charset="0"/>
                          <a:sym typeface="+mn-ea"/>
                        </a:rPr>
                        <a:t>  EEG signal    analysis    &amp; Machine Learning Algorithms</a:t>
                      </a:r>
                      <a:endParaRPr lang="en-US" altLang="en-IN" sz="16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endParaRPr lang="en-US" sz="1600" dirty="0">
                        <a:latin typeface="Arial" panose="020B0604020202020204" pitchFamily="34" charset="0"/>
                        <a:cs typeface="Arial" panose="020B0604020202020204" pitchFamily="34" charset="0"/>
                      </a:endParaRPr>
                    </a:p>
                  </a:txBody>
                  <a:tcPr/>
                </a:tc>
                <a:tc>
                  <a:txBody>
                    <a:bodyPr/>
                    <a:lstStyle/>
                    <a:p>
                      <a:pPr algn="ctr" fontAlgn="ctr"/>
                      <a:r>
                        <a:rPr lang="en-IN" sz="1600" kern="1200" dirty="0">
                          <a:solidFill>
                            <a:schemeClr val="dk1"/>
                          </a:solidFill>
                          <a:effectLst/>
                          <a:latin typeface="Times New Roman" panose="02020603050405020304" pitchFamily="18" charset="0"/>
                          <a:ea typeface="+mn-ea"/>
                          <a:cs typeface="Times New Roman" panose="02020603050405020304" pitchFamily="18" charset="0"/>
                        </a:rPr>
                        <a:t>20</a:t>
                      </a:r>
                      <a:r>
                        <a:rPr lang="en-US" altLang="en-IN" sz="1600" kern="1200" dirty="0">
                          <a:solidFill>
                            <a:schemeClr val="dk1"/>
                          </a:solidFill>
                          <a:effectLst/>
                          <a:latin typeface="Times New Roman" panose="02020603050405020304" pitchFamily="18" charset="0"/>
                          <a:ea typeface="+mn-ea"/>
                          <a:cs typeface="Times New Roman" panose="02020603050405020304" pitchFamily="18" charset="0"/>
                        </a:rPr>
                        <a:t>21</a:t>
                      </a:r>
                      <a:endParaRPr lang="en-US" alt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c>
                  <a:txBody>
                    <a:bodyPr/>
                    <a:lstStyle/>
                    <a:p>
                      <a:pPr algn="ctr" fontAlgn="ctr"/>
                      <a:r>
                        <a:rPr lang="it-IT" sz="1600" dirty="0">
                          <a:effectLst/>
                          <a:latin typeface="Times New Roman" panose="02020603050405020304" pitchFamily="18" charset="0"/>
                          <a:cs typeface="Times New Roman" panose="02020603050405020304" pitchFamily="18" charset="0"/>
                          <a:sym typeface="+mn-ea"/>
                        </a:rPr>
                        <a:t>A. K. Vuppalapati, V. Guddeti, &amp; P. Prasad</a:t>
                      </a:r>
                      <a:endParaRPr lang="en-US" sz="1600" b="0" dirty="0">
                        <a:latin typeface="Times New Roman" panose="02020603050405020304" pitchFamily="18" charset="0"/>
                        <a:cs typeface="Times New Roman" panose="02020603050405020304" pitchFamily="18" charset="0"/>
                      </a:endParaRPr>
                    </a:p>
                    <a:p>
                      <a:pPr algn="ctr" fontAlgn="ct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r>
              <a:tr h="1600828">
                <a:tc>
                  <a:txBody>
                    <a:bodyPr/>
                    <a:lstStyle/>
                    <a:p>
                      <a:pPr algn="ctr"/>
                      <a:r>
                        <a:rPr lang="en-US" sz="1600" dirty="0">
                          <a:latin typeface="Arial" panose="020B0604020202020204" pitchFamily="34" charset="0"/>
                          <a:cs typeface="Arial" panose="020B0604020202020204" pitchFamily="34" charset="0"/>
                        </a:rPr>
                        <a:t>5.</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effectLst/>
                          <a:latin typeface="Times New Roman" panose="02020603050405020304" pitchFamily="18" charset="0"/>
                          <a:cs typeface="Times New Roman" panose="02020603050405020304" pitchFamily="18" charset="0"/>
                          <a:sym typeface="+mn-ea"/>
                        </a:rPr>
                        <a:t>Classification of Sleep Disorders Using Machine Learning Algorithms</a:t>
                      </a:r>
                      <a:endParaRPr lang="en-US" sz="1600" b="0" kern="1200" dirty="0">
                        <a:solidFill>
                          <a:schemeClr val="tx1"/>
                        </a:solidFill>
                        <a:effectLst/>
                        <a:latin typeface="Times New Roman" panose="02020603050405020304" pitchFamily="18" charset="0"/>
                        <a:ea typeface="+mn-ea"/>
                        <a:cs typeface="Times New Roman" panose="02020603050405020304" pitchFamily="18" charset="0"/>
                      </a:endParaRPr>
                    </a:p>
                    <a:p>
                      <a:pPr algn="ctr"/>
                      <a:r>
                        <a:rPr lang="en-US" sz="1600" baseline="0"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a:tc>
                <a:tc>
                  <a:txBody>
                    <a:bodyPr/>
                    <a:lstStyle/>
                    <a:p>
                      <a:pPr algn="ctr"/>
                      <a:r>
                        <a:rPr lang="en-US" sz="1600" dirty="0">
                          <a:effectLst/>
                          <a:latin typeface="Times New Roman" panose="02020603050405020304" pitchFamily="18" charset="0"/>
                          <a:cs typeface="Times New Roman" panose="02020603050405020304" pitchFamily="18" charset="0"/>
                          <a:sym typeface="+mn-ea"/>
                        </a:rPr>
                        <a:t>This study explores various machine learning algorithms for the classification of sleep disorders based on polysomnography (PSG) data.</a:t>
                      </a:r>
                      <a:endParaRPr lang="en-US" sz="1600" b="0" dirty="0">
                        <a:latin typeface="Times New Roman" panose="02020603050405020304" pitchFamily="18" charset="0"/>
                        <a:cs typeface="Times New Roman" panose="02020603050405020304" pitchFamily="18" charset="0"/>
                      </a:endParaRPr>
                    </a:p>
                    <a:p>
                      <a:pPr algn="ctr"/>
                      <a:endParaRPr lang="en-US" sz="1600" dirty="0">
                        <a:latin typeface="Arial" panose="020B0604020202020204" pitchFamily="34" charset="0"/>
                        <a:cs typeface="Arial" panose="020B0604020202020204" pitchFamily="34" charset="0"/>
                      </a:endParaRPr>
                    </a:p>
                  </a:txBody>
                  <a:tcPr/>
                </a:tc>
                <a:tc>
                  <a:txBody>
                    <a:bodyPr/>
                    <a:lstStyle/>
                    <a:p>
                      <a:pPr algn="ctr"/>
                      <a:r>
                        <a:rPr lang="en-US" altLang="en-IN" sz="1600" kern="100" dirty="0">
                          <a:effectLst/>
                          <a:latin typeface="Times New Roman" panose="02020603050405020304" pitchFamily="18" charset="0"/>
                          <a:ea typeface="Times New Roman" panose="02020603050405020304" pitchFamily="18" charset="0"/>
                          <a:cs typeface="Times New Roman" panose="02020603050405020304" pitchFamily="18" charset="0"/>
                          <a:sym typeface="+mn-ea"/>
                        </a:rPr>
                        <a:t>Machine Learning Algorithms</a:t>
                      </a:r>
                      <a:endParaRPr lang="en-US" altLang="en-IN" sz="16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endParaRPr lang="en-US" sz="1600" dirty="0">
                        <a:latin typeface="Arial" panose="020B0604020202020204" pitchFamily="34" charset="0"/>
                        <a:cs typeface="Arial" panose="020B0604020202020204" pitchFamily="34" charset="0"/>
                      </a:endParaRPr>
                    </a:p>
                  </a:txBody>
                  <a:tcPr/>
                </a:tc>
                <a:tc>
                  <a:txBody>
                    <a:bodyPr/>
                    <a:lstStyle/>
                    <a:p>
                      <a:pPr algn="ctr" fontAlgn="ctr"/>
                      <a:r>
                        <a:rPr lang="en-IN" sz="1600" kern="1200" dirty="0">
                          <a:solidFill>
                            <a:schemeClr val="dk1"/>
                          </a:solidFill>
                          <a:effectLst/>
                          <a:latin typeface="Times New Roman" panose="02020603050405020304" pitchFamily="18" charset="0"/>
                          <a:ea typeface="+mn-ea"/>
                          <a:cs typeface="Times New Roman" panose="02020603050405020304" pitchFamily="18" charset="0"/>
                        </a:rPr>
                        <a:t>202</a:t>
                      </a:r>
                      <a:r>
                        <a:rPr lang="en-US" altLang="en-IN" sz="1600" kern="1200" dirty="0">
                          <a:solidFill>
                            <a:schemeClr val="dk1"/>
                          </a:solidFill>
                          <a:effectLst/>
                          <a:latin typeface="Times New Roman" panose="02020603050405020304" pitchFamily="18" charset="0"/>
                          <a:ea typeface="+mn-ea"/>
                          <a:cs typeface="Times New Roman" panose="02020603050405020304" pitchFamily="18" charset="0"/>
                        </a:rPr>
                        <a:t>3</a:t>
                      </a:r>
                      <a:endParaRPr lang="en-US" alt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c>
                  <a:txBody>
                    <a:bodyPr/>
                    <a:lstStyle/>
                    <a:p>
                      <a:pPr algn="ctr" fontAlgn="ctr"/>
                      <a:r>
                        <a:rPr lang="en-US" sz="1600" dirty="0">
                          <a:effectLst/>
                          <a:latin typeface="Times New Roman" panose="02020603050405020304" pitchFamily="18" charset="0"/>
                          <a:cs typeface="Times New Roman" panose="02020603050405020304" pitchFamily="18" charset="0"/>
                          <a:sym typeface="+mn-ea"/>
                        </a:rPr>
                        <a:t>T. Radha, V. S. Kumar, &amp; S. Pradeep</a:t>
                      </a:r>
                      <a:endParaRPr lang="en-US" sz="1600" b="0" kern="1200" dirty="0">
                        <a:solidFill>
                          <a:schemeClr val="tx1"/>
                        </a:solidFill>
                        <a:effectLst/>
                        <a:latin typeface="Times New Roman" panose="02020603050405020304" pitchFamily="18" charset="0"/>
                        <a:ea typeface="+mn-ea"/>
                        <a:cs typeface="Times New Roman" panose="02020603050405020304" pitchFamily="18" charset="0"/>
                      </a:endParaRPr>
                    </a:p>
                    <a:p>
                      <a:pPr algn="ctr" fontAlgn="ct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r>
            </a:tbl>
          </a:graphicData>
        </a:graphic>
      </p:graphicFrame>
      <p:sp>
        <p:nvSpPr>
          <p:cNvPr id="2" name="Title 1"/>
          <p:cNvSpPr>
            <a:spLocks noGrp="1"/>
          </p:cNvSpPr>
          <p:nvPr>
            <p:ph type="title"/>
          </p:nvPr>
        </p:nvSpPr>
        <p:spPr>
          <a:xfrm>
            <a:off x="74168" y="92773"/>
            <a:ext cx="12043663" cy="690879"/>
          </a:xfrm>
          <a:ln w="3175">
            <a:solidFill>
              <a:schemeClr val="accent1"/>
            </a:solidFill>
          </a:ln>
        </p:spPr>
        <p:txBody>
          <a:bodyPr>
            <a:normAutofit/>
          </a:bodyPr>
          <a:lstStyle/>
          <a:p>
            <a:pPr marL="0" indent="0" algn="l">
              <a:buNone/>
            </a:pPr>
            <a:r>
              <a:rPr lang="en-US" sz="3200" b="1" dirty="0">
                <a:solidFill>
                  <a:srgbClr val="6666FF"/>
                </a:solidFill>
              </a:rPr>
              <a:t> </a:t>
            </a:r>
            <a:r>
              <a:rPr lang="en-US" sz="2400" b="1" dirty="0">
                <a:solidFill>
                  <a:srgbClr val="6666FF"/>
                </a:solidFill>
              </a:rPr>
              <a:t>RELATED WORKS (EXISTING)   Continue… </a:t>
            </a:r>
            <a:endParaRPr lang="en-IN" sz="1800" b="1" dirty="0">
              <a:solidFill>
                <a:srgbClr val="6666FF"/>
              </a:solidFill>
            </a:endParaRPr>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81280" y="872090"/>
            <a:ext cx="12029440" cy="5908077"/>
          </a:xfrm>
          <a:prstGeom prst="rect">
            <a:avLst/>
          </a:prstGeom>
          <a:ln w="3175">
            <a:solidFill>
              <a:schemeClr val="accent1"/>
            </a:solidFill>
          </a:ln>
        </p:spPr>
        <p:txBody>
          <a:bodyPr>
            <a:noAutofit/>
          </a:bodyPr>
          <a:lstStyle/>
          <a:p>
            <a:pPr marL="45720" indent="0" algn="just">
              <a:buNone/>
            </a:pPr>
            <a:endParaRPr lang="en-US" sz="1600" dirty="0"/>
          </a:p>
          <a:p>
            <a:pPr marL="342900" indent="-342900" algn="just">
              <a:lnSpc>
                <a:spcPct val="150000"/>
              </a:lnSpc>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sym typeface="+mn-ea"/>
              </a:rPr>
              <a:t>The proposed system implements ensemble learning techniques to improve the classification of sleep disorders.</a:t>
            </a:r>
            <a:endParaRPr lang="en-US" sz="18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r>
              <a:rPr lang="en-US" sz="1800" dirty="0">
                <a:solidFill>
                  <a:schemeClr val="tx1"/>
                </a:solidFill>
                <a:latin typeface="Times New Roman" panose="02020603050405020304" pitchFamily="18" charset="0"/>
                <a:cs typeface="Times New Roman" panose="02020603050405020304" pitchFamily="18" charset="0"/>
                <a:sym typeface="+mn-ea"/>
              </a:rPr>
              <a:t>The Stacking Classifier involves training multiple base models and then using another model to combine their predictions. </a:t>
            </a:r>
            <a:endParaRPr lang="en-US" sz="18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r>
              <a:rPr lang="en-IN" sz="1800" dirty="0">
                <a:latin typeface="Times New Roman" panose="02020603050405020304" pitchFamily="18" charset="0"/>
                <a:cs typeface="Times New Roman" panose="02020603050405020304" pitchFamily="18" charset="0"/>
                <a:sym typeface="+mn-ea"/>
              </a:rPr>
              <a:t>The Voting Classifier combines the predictions of multiple models through majority voting or averaging.</a:t>
            </a:r>
            <a:endParaRPr lang="en-IN" sz="18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sym typeface="+mn-ea"/>
              </a:rPr>
              <a:t>Improved Performance and Robustness: Ensemble learning techniques combine the strengths of multiple base models to enhance overall performance and robustness.</a:t>
            </a:r>
            <a:endParaRPr lang="en-US" sz="18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r>
              <a:rPr lang="en-IN" sz="1800" dirty="0">
                <a:latin typeface="Times New Roman" panose="02020603050405020304" pitchFamily="18" charset="0"/>
                <a:cs typeface="Times New Roman" panose="02020603050405020304" pitchFamily="18" charset="0"/>
                <a:sym typeface="+mn-ea"/>
              </a:rPr>
              <a:t>The Voting Classifier provides a more stable and accurate classification outcome by combining the predictions of multiple models</a:t>
            </a:r>
            <a:endParaRPr lang="en-US" sz="1800" dirty="0"/>
          </a:p>
        </p:txBody>
      </p:sp>
      <p:sp>
        <p:nvSpPr>
          <p:cNvPr id="4" name="Title 1"/>
          <p:cNvSpPr txBox="1"/>
          <p:nvPr/>
        </p:nvSpPr>
        <p:spPr>
          <a:xfrm>
            <a:off x="81280" y="77833"/>
            <a:ext cx="12029440" cy="705287"/>
          </a:xfrm>
          <a:prstGeom prst="rect">
            <a:avLst/>
          </a:prstGeom>
          <a:ln w="3175">
            <a:solidFill>
              <a:schemeClr val="accent1"/>
            </a:solidFill>
          </a:ln>
          <a:effectLst/>
        </p:spPr>
        <p:txBody>
          <a:bodyPr vert="horz" lIns="91440" tIns="45720" rIns="91440" bIns="45720" rtlCol="0" anchor="t" anchorCtr="0">
            <a:normAutofit/>
          </a:bodyPr>
          <a:lstStyle>
            <a:lvl1pPr marL="320040" indent="-320040" algn="r" defTabSz="914400" rtl="0" eaLnBrk="1" latinLnBrk="0" hangingPunct="1">
              <a:spcBef>
                <a:spcPct val="0"/>
              </a:spcBef>
              <a:buClr>
                <a:schemeClr val="accent6">
                  <a:lumMod val="75000"/>
                </a:schemeClr>
              </a:buClr>
              <a:buSzPct val="128000"/>
              <a:buFont typeface="Georgia" panose="02040502050405020303"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indent="0" algn="l">
              <a:buFont typeface="Georgia" panose="02040502050405020303" pitchFamily="18" charset="0"/>
              <a:buNone/>
            </a:pPr>
            <a:r>
              <a:rPr lang="en-US" sz="3200" dirty="0">
                <a:solidFill>
                  <a:srgbClr val="6666FF"/>
                </a:solidFill>
              </a:rPr>
              <a:t> </a:t>
            </a:r>
            <a:r>
              <a:rPr lang="en-US" sz="2800" dirty="0">
                <a:solidFill>
                  <a:schemeClr val="bg2">
                    <a:lumMod val="50000"/>
                  </a:schemeClr>
                </a:solidFill>
              </a:rPr>
              <a:t>PROPOSED SYSTEM</a:t>
            </a:r>
            <a:endParaRPr lang="en-IN" sz="3200" dirty="0">
              <a:solidFill>
                <a:schemeClr val="bg2">
                  <a:lumMod val="50000"/>
                </a:schemeClr>
              </a:solidFill>
            </a:endParaRPr>
          </a:p>
        </p:txBody>
      </p:sp>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1280" y="867966"/>
            <a:ext cx="12029440" cy="6000750"/>
          </a:xfrm>
          <a:prstGeom prst="rect">
            <a:avLst/>
          </a:prstGeom>
          <a:noFill/>
          <a:ln w="3175">
            <a:solidFill>
              <a:schemeClr val="accent1"/>
            </a:solidFill>
          </a:ln>
        </p:spPr>
        <p:txBody>
          <a:bodyPr wrap="square" rtlCol="0">
            <a:spAutoFit/>
          </a:bodyPr>
          <a:lstStyle/>
          <a:p>
            <a:pPr>
              <a:lnSpc>
                <a:spcPct val="150000"/>
              </a:lnSpc>
            </a:pPr>
            <a:r>
              <a:rPr lang="en-GB" sz="2400" b="1" dirty="0">
                <a:solidFill>
                  <a:srgbClr val="FF0000"/>
                </a:solidFill>
                <a:sym typeface="+mn-ea"/>
              </a:rPr>
              <a:t>Software Requirements:</a:t>
            </a:r>
            <a:r>
              <a:rPr lang="en-GB" sz="2400" b="1" dirty="0">
                <a:sym typeface="+mn-ea"/>
              </a:rPr>
              <a:t>							</a:t>
            </a:r>
            <a:endParaRPr lang="en-GB" sz="2400" dirty="0"/>
          </a:p>
          <a:p>
            <a:pPr>
              <a:lnSpc>
                <a:spcPct val="150000"/>
              </a:lnSpc>
            </a:pPr>
            <a:r>
              <a:rPr lang="en-GB" sz="2400" b="1" dirty="0">
                <a:sym typeface="+mn-ea"/>
              </a:rPr>
              <a:t>Application platform : </a:t>
            </a:r>
            <a:r>
              <a:rPr lang="en-GB" sz="2400" dirty="0">
                <a:sym typeface="+mn-ea"/>
              </a:rPr>
              <a:t>Python 3.10.8</a:t>
            </a:r>
            <a:r>
              <a:rPr lang="en-GB" sz="2400" dirty="0">
                <a:sym typeface="+mn-ea"/>
              </a:rPr>
              <a:t>		</a:t>
            </a:r>
            <a:endParaRPr lang="en-GB" sz="2400" dirty="0"/>
          </a:p>
          <a:p>
            <a:pPr>
              <a:lnSpc>
                <a:spcPct val="150000"/>
              </a:lnSpc>
            </a:pPr>
            <a:r>
              <a:rPr lang="en-GB" sz="2400" b="1" dirty="0">
                <a:sym typeface="+mn-ea"/>
              </a:rPr>
              <a:t>Operating System	   : </a:t>
            </a:r>
            <a:r>
              <a:rPr lang="en-US" sz="2400" kern="0" dirty="0">
                <a:solidFill>
                  <a:srgbClr val="000000"/>
                </a:solidFill>
                <a:effectLst/>
                <a:latin typeface="Trebuchet MS" panose="020B0603020202020204" charset="0"/>
                <a:ea typeface="Times New Roman" panose="02020603050405020304" pitchFamily="18" charset="0"/>
                <a:cs typeface="Trebuchet MS" panose="020B0603020202020204" charset="0"/>
                <a:sym typeface="+mn-ea"/>
              </a:rPr>
              <a:t>Windows 8/10/11</a:t>
            </a:r>
            <a:endParaRPr lang="en-GB" sz="2400" dirty="0"/>
          </a:p>
          <a:p>
            <a:pPr>
              <a:lnSpc>
                <a:spcPct val="150000"/>
              </a:lnSpc>
            </a:pPr>
            <a:r>
              <a:rPr lang="en-GB" sz="2400" b="1" dirty="0">
                <a:sym typeface="+mn-ea"/>
              </a:rPr>
              <a:t>IDE	</a:t>
            </a:r>
            <a:r>
              <a:rPr lang="en-GB" sz="2400" dirty="0">
                <a:sym typeface="+mn-ea"/>
              </a:rPr>
              <a:t>				  </a:t>
            </a:r>
            <a:r>
              <a:rPr lang="en-US" altLang="en-GB" sz="2400" dirty="0">
                <a:sym typeface="+mn-ea"/>
              </a:rPr>
              <a:t>     </a:t>
            </a:r>
            <a:r>
              <a:rPr lang="en-GB" sz="2400" dirty="0">
                <a:sym typeface="+mn-ea"/>
              </a:rPr>
              <a:t> : </a:t>
            </a:r>
            <a:r>
              <a:rPr lang="en-US" sz="2400" kern="0" dirty="0" err="1">
                <a:solidFill>
                  <a:srgbClr val="000000"/>
                </a:solidFill>
                <a:effectLst/>
                <a:latin typeface="Trebuchet MS" panose="020B0603020202020204" charset="0"/>
                <a:ea typeface="Times New Roman" panose="02020603050405020304" pitchFamily="18" charset="0"/>
                <a:cs typeface="Trebuchet MS" panose="020B0603020202020204" charset="0"/>
                <a:sym typeface="+mn-ea"/>
              </a:rPr>
              <a:t>VSCode</a:t>
            </a:r>
            <a:endParaRPr lang="en-GB" sz="2400" dirty="0"/>
          </a:p>
          <a:p>
            <a:pPr>
              <a:lnSpc>
                <a:spcPct val="150000"/>
              </a:lnSpc>
            </a:pPr>
            <a:r>
              <a:rPr lang="en-US" sz="2400" b="1" kern="0" dirty="0">
                <a:solidFill>
                  <a:srgbClr val="000000"/>
                </a:solidFill>
                <a:effectLst/>
                <a:latin typeface="Trebuchet MS" panose="020B0603020202020204" charset="0"/>
                <a:ea typeface="Times New Roman" panose="02020603050405020304" pitchFamily="18" charset="0"/>
                <a:cs typeface="Trebuchet MS" panose="020B0603020202020204" charset="0"/>
                <a:sym typeface="+mn-ea"/>
              </a:rPr>
              <a:t>Server side Script     </a:t>
            </a:r>
            <a:r>
              <a:rPr lang="en-US" altLang="en-GB" sz="2400" dirty="0">
                <a:sym typeface="+mn-ea"/>
              </a:rPr>
              <a:t> </a:t>
            </a:r>
            <a:r>
              <a:rPr lang="en-GB" sz="2400" dirty="0">
                <a:sym typeface="+mn-ea"/>
              </a:rPr>
              <a:t>: </a:t>
            </a:r>
            <a:r>
              <a:rPr lang="en-US" sz="2400" kern="0" dirty="0">
                <a:solidFill>
                  <a:srgbClr val="000000"/>
                </a:solidFill>
                <a:effectLst/>
                <a:latin typeface="Trebuchet MS" panose="020B0603020202020204" charset="0"/>
                <a:ea typeface="Times New Roman" panose="02020603050405020304" pitchFamily="18" charset="0"/>
                <a:cs typeface="Trebuchet MS" panose="020B0603020202020204" charset="0"/>
                <a:sym typeface="+mn-ea"/>
              </a:rPr>
              <a:t>HTML, CSS, Bootstrap &amp; JS</a:t>
            </a:r>
            <a:endParaRPr lang="en-IN" sz="2400" dirty="0"/>
          </a:p>
          <a:p>
            <a:pPr>
              <a:lnSpc>
                <a:spcPct val="150000"/>
              </a:lnSpc>
            </a:pPr>
            <a:r>
              <a:rPr lang="en-GB" sz="2400" dirty="0">
                <a:sym typeface="+mn-ea"/>
              </a:rPr>
              <a:t>                                         </a:t>
            </a:r>
            <a:endParaRPr lang="en-GB" sz="2400" dirty="0"/>
          </a:p>
          <a:p>
            <a:pPr>
              <a:lnSpc>
                <a:spcPct val="150000"/>
              </a:lnSpc>
            </a:pPr>
            <a:r>
              <a:rPr lang="en-GB" sz="2400" b="1" dirty="0">
                <a:solidFill>
                  <a:srgbClr val="FF0000"/>
                </a:solidFill>
                <a:sym typeface="+mn-ea"/>
              </a:rPr>
              <a:t>Hardware Requirements:</a:t>
            </a:r>
            <a:endParaRPr lang="en-GB" sz="2400" b="1" dirty="0"/>
          </a:p>
          <a:p>
            <a:pPr>
              <a:lnSpc>
                <a:spcPct val="150000"/>
              </a:lnSpc>
            </a:pPr>
            <a:r>
              <a:rPr lang="en-GB" sz="2400" b="1" dirty="0">
                <a:sym typeface="+mn-ea"/>
              </a:rPr>
              <a:t>RAM	     </a:t>
            </a:r>
            <a:r>
              <a:rPr lang="en-US" altLang="en-GB" sz="2400" b="1" dirty="0">
                <a:sym typeface="+mn-ea"/>
              </a:rPr>
              <a:t>   </a:t>
            </a:r>
            <a:r>
              <a:rPr lang="en-GB" sz="2400" b="1" dirty="0">
                <a:sym typeface="+mn-ea"/>
              </a:rPr>
              <a:t>: </a:t>
            </a:r>
            <a:r>
              <a:rPr lang="en-US" altLang="en-GB" sz="2400" b="1" dirty="0">
                <a:sym typeface="+mn-ea"/>
              </a:rPr>
              <a:t>8</a:t>
            </a:r>
            <a:r>
              <a:rPr lang="en-US" sz="2400" dirty="0">
                <a:latin typeface="Trebuchet MS" panose="020B0603020202020204" charset="0"/>
                <a:cs typeface="Trebuchet MS" panose="020B0603020202020204" charset="0"/>
                <a:sym typeface="+mn-ea"/>
              </a:rPr>
              <a:t>GB (min)</a:t>
            </a:r>
            <a:endParaRPr lang="en-GB" sz="2400" dirty="0"/>
          </a:p>
          <a:p>
            <a:pPr>
              <a:lnSpc>
                <a:spcPct val="150000"/>
              </a:lnSpc>
            </a:pPr>
            <a:r>
              <a:rPr lang="en-GB" sz="2400" b="1" dirty="0">
                <a:sym typeface="+mn-ea"/>
              </a:rPr>
              <a:t>Processor  </a:t>
            </a:r>
            <a:r>
              <a:rPr lang="en-US" altLang="en-GB" sz="2400" b="1" dirty="0">
                <a:sym typeface="+mn-ea"/>
              </a:rPr>
              <a:t> </a:t>
            </a:r>
            <a:r>
              <a:rPr lang="en-GB" sz="2400" b="1" dirty="0">
                <a:sym typeface="+mn-ea"/>
              </a:rPr>
              <a:t>: </a:t>
            </a:r>
            <a:r>
              <a:rPr lang="en-US" sz="2400" dirty="0">
                <a:latin typeface="Trebuchet MS" panose="020B0603020202020204" charset="0"/>
                <a:cs typeface="Trebuchet MS" panose="020B0603020202020204" charset="0"/>
                <a:sym typeface="+mn-ea"/>
              </a:rPr>
              <a:t>I5/Intel Processor</a:t>
            </a:r>
            <a:endParaRPr lang="en-US" sz="2400" dirty="0">
              <a:latin typeface="Times New Roman" panose="02020603050405020304" pitchFamily="18" charset="0"/>
              <a:cs typeface="Times New Roman" panose="02020603050405020304" pitchFamily="18" charset="0"/>
              <a:sym typeface="+mn-ea"/>
            </a:endParaRPr>
          </a:p>
          <a:p>
            <a:pPr>
              <a:lnSpc>
                <a:spcPct val="150000"/>
              </a:lnSpc>
            </a:pPr>
            <a:r>
              <a:rPr lang="en-US" sz="2400" b="1" dirty="0">
                <a:latin typeface="Trebuchet MS" panose="020B0603020202020204" charset="0"/>
                <a:cs typeface="Trebuchet MS" panose="020B0603020202020204" charset="0"/>
                <a:sym typeface="+mn-ea"/>
              </a:rPr>
              <a:t>Hard Disk </a:t>
            </a:r>
            <a:r>
              <a:rPr lang="en-US" sz="2400" dirty="0">
                <a:latin typeface="Times New Roman" panose="02020603050405020304" pitchFamily="18" charset="0"/>
                <a:cs typeface="Times New Roman" panose="02020603050405020304" pitchFamily="18" charset="0"/>
                <a:sym typeface="+mn-ea"/>
              </a:rPr>
              <a:t>   </a:t>
            </a:r>
            <a:r>
              <a:rPr lang="en-US" sz="2400" b="1" dirty="0">
                <a:latin typeface="Times New Roman" panose="02020603050405020304" pitchFamily="18" charset="0"/>
                <a:cs typeface="Times New Roman" panose="02020603050405020304" pitchFamily="18" charset="0"/>
                <a:sym typeface="+mn-ea"/>
              </a:rPr>
              <a:t>: </a:t>
            </a:r>
            <a:r>
              <a:rPr lang="en-US" sz="2400" dirty="0">
                <a:latin typeface="Trebuchet MS" panose="020B0603020202020204" charset="0"/>
                <a:cs typeface="Trebuchet MS" panose="020B0603020202020204" charset="0"/>
                <a:sym typeface="+mn-ea"/>
              </a:rPr>
              <a:t>128 GB</a:t>
            </a:r>
            <a:endParaRPr lang="en-US" sz="2400" dirty="0">
              <a:latin typeface="Times New Roman" panose="02020603050405020304" pitchFamily="18" charset="0"/>
              <a:cs typeface="Times New Roman" panose="02020603050405020304" pitchFamily="18" charset="0"/>
            </a:endParaRPr>
          </a:p>
          <a:p>
            <a:r>
              <a:rPr lang="en-GB" sz="2400" b="1" dirty="0">
                <a:solidFill>
                  <a:srgbClr val="FF0000"/>
                </a:solidFill>
              </a:rPr>
              <a:t> </a:t>
            </a:r>
            <a:endParaRPr lang="en-GB" sz="2400" b="1" dirty="0">
              <a:solidFill>
                <a:srgbClr val="FF0000"/>
              </a:solidFill>
            </a:endParaRPr>
          </a:p>
        </p:txBody>
      </p:sp>
      <p:sp>
        <p:nvSpPr>
          <p:cNvPr id="3" name="Title 1"/>
          <p:cNvSpPr txBox="1"/>
          <p:nvPr/>
        </p:nvSpPr>
        <p:spPr>
          <a:xfrm>
            <a:off x="81280" y="77833"/>
            <a:ext cx="12029440" cy="705287"/>
          </a:xfrm>
          <a:prstGeom prst="rect">
            <a:avLst/>
          </a:prstGeom>
          <a:ln w="3175">
            <a:solidFill>
              <a:schemeClr val="accent1"/>
            </a:solidFill>
          </a:ln>
          <a:effectLst/>
        </p:spPr>
        <p:txBody>
          <a:bodyPr vert="horz" lIns="91440" tIns="45720" rIns="91440" bIns="45720" rtlCol="0" anchor="t" anchorCtr="0">
            <a:normAutofit/>
          </a:bodyPr>
          <a:lstStyle>
            <a:lvl1pPr marL="320040" indent="-320040" algn="r" defTabSz="914400" rtl="0" eaLnBrk="1" latinLnBrk="0" hangingPunct="1">
              <a:spcBef>
                <a:spcPct val="0"/>
              </a:spcBef>
              <a:buClr>
                <a:schemeClr val="accent6">
                  <a:lumMod val="75000"/>
                </a:schemeClr>
              </a:buClr>
              <a:buSzPct val="128000"/>
              <a:buFont typeface="Georgia" panose="02040502050405020303"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indent="0" algn="l">
              <a:buFont typeface="Georgia" panose="02040502050405020303" pitchFamily="18" charset="0"/>
              <a:buNone/>
            </a:pPr>
            <a:r>
              <a:rPr lang="en-US" sz="3200" dirty="0">
                <a:solidFill>
                  <a:srgbClr val="6666FF"/>
                </a:solidFill>
              </a:rPr>
              <a:t> </a:t>
            </a:r>
            <a:r>
              <a:rPr lang="en-US" sz="2800" dirty="0">
                <a:solidFill>
                  <a:schemeClr val="bg2">
                    <a:lumMod val="50000"/>
                  </a:schemeClr>
                </a:solidFill>
              </a:rPr>
              <a:t>MINIMUM SYSTEM REQUIREMENTS</a:t>
            </a:r>
            <a:endParaRPr lang="en-IN" sz="3200" dirty="0">
              <a:solidFill>
                <a:schemeClr val="bg2">
                  <a:lumMod val="50000"/>
                </a:schemeClr>
              </a:solidFill>
            </a:endParaRPr>
          </a:p>
        </p:txBody>
      </p:sp>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42359" y="2857500"/>
            <a:ext cx="8683348" cy="1143000"/>
          </a:xfrm>
        </p:spPr>
        <p:txBody>
          <a:bodyPr/>
          <a:lstStyle/>
          <a:p>
            <a:pPr marL="0" indent="0" algn="ctr">
              <a:buNone/>
            </a:pPr>
            <a:r>
              <a:rPr lang="en-IN" sz="5400" dirty="0">
                <a:solidFill>
                  <a:schemeClr val="tx2">
                    <a:lumMod val="60000"/>
                    <a:lumOff val="40000"/>
                  </a:schemeClr>
                </a:solidFill>
              </a:rPr>
              <a:t>ANALYSIS AND DESIGN</a:t>
            </a:r>
            <a:endParaRPr lang="en-IN" sz="5400" dirty="0">
              <a:solidFill>
                <a:schemeClr val="tx2">
                  <a:lumMod val="60000"/>
                  <a:lumOff val="40000"/>
                </a:schemeClr>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168600" y="104400"/>
            <a:ext cx="11854800" cy="6649200"/>
          </a:xfrm>
        </p:spPr>
        <p:txBody>
          <a:bodyPr>
            <a:normAutofit/>
          </a:bodyPr>
          <a:lstStyle/>
          <a:p>
            <a:pPr marL="45720" indent="0" algn="ctr">
              <a:buNone/>
            </a:pPr>
            <a:r>
              <a:rPr lang="en-IN" sz="3600" dirty="0">
                <a:solidFill>
                  <a:schemeClr val="accent1">
                    <a:lumMod val="75000"/>
                  </a:schemeClr>
                </a:solidFill>
              </a:rPr>
              <a:t>Analysis </a:t>
            </a:r>
            <a:endParaRPr lang="en-IN" sz="3600" dirty="0">
              <a:solidFill>
                <a:schemeClr val="accent1">
                  <a:lumMod val="75000"/>
                </a:schemeClr>
              </a:solidFill>
            </a:endParaRPr>
          </a:p>
          <a:p>
            <a:pPr marL="45720" indent="0" algn="ctr">
              <a:buNone/>
            </a:pPr>
            <a:r>
              <a:rPr lang="en-IN" sz="3100" b="1" dirty="0">
                <a:solidFill>
                  <a:schemeClr val="tx1">
                    <a:lumMod val="65000"/>
                    <a:lumOff val="35000"/>
                  </a:schemeClr>
                </a:solidFill>
                <a:effectLst>
                  <a:outerShdw blurRad="38100" dist="38100" dir="2700000" algn="tl">
                    <a:srgbClr val="000000">
                      <a:alpha val="43137"/>
                    </a:srgbClr>
                  </a:outerShdw>
                </a:effectLst>
              </a:rPr>
              <a:t>System and User Modules</a:t>
            </a:r>
            <a:endParaRPr lang="en-IN" sz="2600" b="1" dirty="0">
              <a:solidFill>
                <a:schemeClr val="tx1">
                  <a:lumMod val="65000"/>
                  <a:lumOff val="35000"/>
                </a:schemeClr>
              </a:solidFill>
              <a:effectLst>
                <a:outerShdw blurRad="38100" dist="38100" dir="2700000" algn="tl">
                  <a:srgbClr val="000000">
                    <a:alpha val="43137"/>
                  </a:srgbClr>
                </a:outerShdw>
              </a:effectLst>
            </a:endParaRPr>
          </a:p>
          <a:p>
            <a:pPr marL="45720" indent="0" algn="just">
              <a:lnSpc>
                <a:spcPct val="170000"/>
              </a:lnSpc>
              <a:buNone/>
            </a:pPr>
            <a:r>
              <a:rPr lang="en-IN" sz="1900" b="1" dirty="0">
                <a:solidFill>
                  <a:schemeClr val="tx1">
                    <a:lumMod val="65000"/>
                    <a:lumOff val="35000"/>
                  </a:schemeClr>
                </a:solidFill>
                <a:latin typeface="Times New Roman" panose="02020603050405020304" pitchFamily="18" charset="0"/>
                <a:cs typeface="Times New Roman" panose="02020603050405020304" pitchFamily="18" charset="0"/>
              </a:rPr>
              <a:t>Data Collection Module:</a:t>
            </a:r>
            <a:endParaRPr lang="en-IN" sz="1900" b="1" dirty="0">
              <a:solidFill>
                <a:schemeClr val="tx1">
                  <a:lumMod val="65000"/>
                  <a:lumOff val="35000"/>
                </a:schemeClr>
              </a:solidFill>
              <a:latin typeface="Times New Roman" panose="02020603050405020304" pitchFamily="18" charset="0"/>
              <a:cs typeface="Times New Roman" panose="02020603050405020304" pitchFamily="18" charset="0"/>
            </a:endParaRPr>
          </a:p>
          <a:p>
            <a:pPr lvl="1" algn="just">
              <a:lnSpc>
                <a:spcPct val="170000"/>
              </a:lnSpc>
              <a:buFont typeface="Arial" panose="020B0604020202020204" pitchFamily="34" charset="0"/>
              <a:buChar char="•"/>
            </a:pPr>
            <a:r>
              <a:rPr lang="en-US" altLang="en-IN" sz="1720" dirty="0">
                <a:solidFill>
                  <a:schemeClr val="tx1">
                    <a:lumMod val="65000"/>
                    <a:lumOff val="35000"/>
                  </a:schemeClr>
                </a:solidFill>
                <a:latin typeface="Times New Roman" panose="02020603050405020304" pitchFamily="18" charset="0"/>
                <a:cs typeface="Times New Roman" panose="02020603050405020304" pitchFamily="18" charset="0"/>
              </a:rPr>
              <a:t>Sleep Data Acquisition: Collect sleep data from wearable devices and medical records.  </a:t>
            </a:r>
            <a:endParaRPr lang="en-US" altLang="en-IN" sz="1720" dirty="0">
              <a:solidFill>
                <a:schemeClr val="tx1">
                  <a:lumMod val="65000"/>
                  <a:lumOff val="35000"/>
                </a:schemeClr>
              </a:solidFill>
              <a:latin typeface="Times New Roman" panose="02020603050405020304" pitchFamily="18" charset="0"/>
              <a:cs typeface="Times New Roman" panose="02020603050405020304" pitchFamily="18" charset="0"/>
            </a:endParaRPr>
          </a:p>
          <a:p>
            <a:pPr lvl="1" algn="just">
              <a:lnSpc>
                <a:spcPct val="170000"/>
              </a:lnSpc>
              <a:buFont typeface="Arial" panose="020B0604020202020204" pitchFamily="34" charset="0"/>
              <a:buChar char="•"/>
            </a:pPr>
            <a:r>
              <a:rPr lang="en-US" altLang="en-IN" sz="1725" dirty="0">
                <a:solidFill>
                  <a:schemeClr val="tx1">
                    <a:lumMod val="65000"/>
                    <a:lumOff val="35000"/>
                  </a:schemeClr>
                </a:solidFill>
                <a:latin typeface="Times New Roman" panose="02020603050405020304" pitchFamily="18" charset="0"/>
                <a:cs typeface="Times New Roman" panose="02020603050405020304" pitchFamily="18" charset="0"/>
              </a:rPr>
              <a:t> </a:t>
            </a:r>
            <a:r>
              <a:rPr lang="en-IN" sz="1725" dirty="0">
                <a:solidFill>
                  <a:schemeClr val="tx1">
                    <a:lumMod val="65000"/>
                    <a:lumOff val="35000"/>
                  </a:schemeClr>
                </a:solidFill>
                <a:latin typeface="Times New Roman" panose="02020603050405020304" pitchFamily="18" charset="0"/>
                <a:cs typeface="Times New Roman" panose="02020603050405020304" pitchFamily="18" charset="0"/>
              </a:rPr>
              <a:t>Data Annotation: Label sleep data with disorder classifications.</a:t>
            </a:r>
            <a:r>
              <a:rPr lang="en-IN" sz="1725" b="1" dirty="0">
                <a:solidFill>
                  <a:schemeClr val="tx1">
                    <a:lumMod val="65000"/>
                    <a:lumOff val="35000"/>
                  </a:schemeClr>
                </a:solidFill>
                <a:latin typeface="Times New Roman" panose="02020603050405020304" pitchFamily="18" charset="0"/>
                <a:cs typeface="Times New Roman" panose="02020603050405020304" pitchFamily="18" charset="0"/>
              </a:rPr>
              <a:t> </a:t>
            </a:r>
            <a:endParaRPr lang="en-IN" sz="1725" b="1" dirty="0">
              <a:solidFill>
                <a:schemeClr val="tx1">
                  <a:lumMod val="65000"/>
                  <a:lumOff val="35000"/>
                </a:schemeClr>
              </a:solidFill>
              <a:latin typeface="Times New Roman" panose="02020603050405020304" pitchFamily="18" charset="0"/>
              <a:cs typeface="Times New Roman" panose="02020603050405020304" pitchFamily="18" charset="0"/>
            </a:endParaRPr>
          </a:p>
          <a:p>
            <a:pPr marL="45720" indent="0" algn="just">
              <a:lnSpc>
                <a:spcPct val="170000"/>
              </a:lnSpc>
              <a:buNone/>
            </a:pPr>
            <a:r>
              <a:rPr lang="en-IN" sz="1900" b="1" dirty="0">
                <a:solidFill>
                  <a:schemeClr val="tx1">
                    <a:lumMod val="65000"/>
                    <a:lumOff val="35000"/>
                  </a:schemeClr>
                </a:solidFill>
                <a:latin typeface="Times New Roman" panose="02020603050405020304" pitchFamily="18" charset="0"/>
                <a:cs typeface="Times New Roman" panose="02020603050405020304" pitchFamily="18" charset="0"/>
              </a:rPr>
              <a:t>Preprocessing Module</a:t>
            </a:r>
            <a:r>
              <a:rPr lang="en-US" altLang="en-IN" sz="1900" b="1" dirty="0">
                <a:solidFill>
                  <a:schemeClr val="tx1">
                    <a:lumMod val="65000"/>
                    <a:lumOff val="35000"/>
                  </a:schemeClr>
                </a:solidFill>
                <a:latin typeface="Times New Roman" panose="02020603050405020304" pitchFamily="18" charset="0"/>
                <a:cs typeface="Times New Roman" panose="02020603050405020304" pitchFamily="18" charset="0"/>
              </a:rPr>
              <a:t>:</a:t>
            </a:r>
            <a:endParaRPr lang="en-IN" sz="1900" b="1" dirty="0">
              <a:solidFill>
                <a:schemeClr val="tx1">
                  <a:lumMod val="65000"/>
                  <a:lumOff val="35000"/>
                </a:schemeClr>
              </a:solidFill>
              <a:latin typeface="Times New Roman" panose="02020603050405020304" pitchFamily="18" charset="0"/>
              <a:cs typeface="Times New Roman" panose="02020603050405020304" pitchFamily="18" charset="0"/>
            </a:endParaRPr>
          </a:p>
          <a:p>
            <a:pPr lvl="1" algn="just">
              <a:lnSpc>
                <a:spcPct val="170000"/>
              </a:lnSpc>
              <a:buFont typeface="Arial" panose="020B0604020202020204" pitchFamily="34" charset="0"/>
              <a:buChar char="•"/>
            </a:pPr>
            <a:r>
              <a:rPr lang="en-US" sz="1900" dirty="0">
                <a:solidFill>
                  <a:schemeClr val="tx1">
                    <a:lumMod val="65000"/>
                    <a:lumOff val="35000"/>
                  </a:schemeClr>
                </a:solidFill>
                <a:latin typeface="Times New Roman" panose="02020603050405020304" pitchFamily="18" charset="0"/>
                <a:cs typeface="Times New Roman" panose="02020603050405020304" pitchFamily="18" charset="0"/>
              </a:rPr>
              <a:t>Noise Removal: Filter out unwanted noise from sleep signals.  </a:t>
            </a:r>
            <a:endParaRPr lang="en-US" sz="1900" dirty="0">
              <a:solidFill>
                <a:schemeClr val="tx1">
                  <a:lumMod val="65000"/>
                  <a:lumOff val="35000"/>
                </a:schemeClr>
              </a:solidFill>
              <a:latin typeface="Times New Roman" panose="02020603050405020304" pitchFamily="18" charset="0"/>
              <a:cs typeface="Times New Roman" panose="02020603050405020304" pitchFamily="18" charset="0"/>
            </a:endParaRPr>
          </a:p>
          <a:p>
            <a:pPr lvl="1" algn="just">
              <a:lnSpc>
                <a:spcPct val="170000"/>
              </a:lnSpc>
              <a:buFont typeface="Arial" panose="020B0604020202020204" pitchFamily="34" charset="0"/>
              <a:buChar char="•"/>
            </a:pPr>
            <a:r>
              <a:rPr lang="en-US" sz="1900" dirty="0">
                <a:solidFill>
                  <a:schemeClr val="tx1">
                    <a:lumMod val="65000"/>
                    <a:lumOff val="35000"/>
                  </a:schemeClr>
                </a:solidFill>
                <a:latin typeface="Times New Roman" panose="02020603050405020304" pitchFamily="18" charset="0"/>
                <a:cs typeface="Times New Roman" panose="02020603050405020304" pitchFamily="18" charset="0"/>
              </a:rPr>
              <a:t>Feature Extraction: Identify key sleep features like breathing patterns and movement.</a:t>
            </a:r>
            <a:endParaRPr lang="en-US" sz="1900" dirty="0">
              <a:solidFill>
                <a:schemeClr val="tx1">
                  <a:lumMod val="65000"/>
                  <a:lumOff val="35000"/>
                </a:schemeClr>
              </a:solidFill>
              <a:latin typeface="Times New Roman" panose="02020603050405020304" pitchFamily="18" charset="0"/>
              <a:cs typeface="Times New Roman" panose="02020603050405020304" pitchFamily="18" charset="0"/>
            </a:endParaRPr>
          </a:p>
          <a:p>
            <a:pPr marL="45720" indent="0" algn="just">
              <a:lnSpc>
                <a:spcPct val="170000"/>
              </a:lnSpc>
              <a:buNone/>
            </a:pPr>
            <a:r>
              <a:rPr lang="en-IN" sz="1900" b="1" dirty="0">
                <a:solidFill>
                  <a:schemeClr val="tx1">
                    <a:lumMod val="65000"/>
                    <a:lumOff val="35000"/>
                  </a:schemeClr>
                </a:solidFill>
                <a:latin typeface="Times New Roman" panose="02020603050405020304" pitchFamily="18" charset="0"/>
                <a:cs typeface="Times New Roman" panose="02020603050405020304" pitchFamily="18" charset="0"/>
              </a:rPr>
              <a:t>Model Training Module:</a:t>
            </a:r>
            <a:endParaRPr lang="en-IN" sz="1900" b="1" dirty="0">
              <a:solidFill>
                <a:schemeClr val="tx1">
                  <a:lumMod val="65000"/>
                  <a:lumOff val="35000"/>
                </a:schemeClr>
              </a:solidFill>
              <a:latin typeface="Times New Roman" panose="02020603050405020304" pitchFamily="18" charset="0"/>
              <a:cs typeface="Times New Roman" panose="02020603050405020304" pitchFamily="18" charset="0"/>
            </a:endParaRPr>
          </a:p>
          <a:p>
            <a:pPr lvl="1" algn="just">
              <a:lnSpc>
                <a:spcPct val="170000"/>
              </a:lnSpc>
              <a:buFont typeface="Arial" panose="020B0604020202020204" pitchFamily="34" charset="0"/>
              <a:buChar char="•"/>
            </a:pPr>
            <a:r>
              <a:rPr lang="en-US" sz="1900" dirty="0">
                <a:solidFill>
                  <a:schemeClr val="tx1">
                    <a:lumMod val="65000"/>
                    <a:lumOff val="35000"/>
                  </a:schemeClr>
                </a:solidFill>
                <a:latin typeface="Times New Roman" panose="02020603050405020304" pitchFamily="18" charset="0"/>
                <a:cs typeface="Times New Roman" panose="02020603050405020304" pitchFamily="18" charset="0"/>
              </a:rPr>
              <a:t>Algorithm Selection: Use machine learning models like SVM, CNN, or LSTM for classification.  </a:t>
            </a:r>
            <a:endParaRPr lang="en-US" sz="1900" dirty="0">
              <a:solidFill>
                <a:schemeClr val="tx1">
                  <a:lumMod val="65000"/>
                  <a:lumOff val="35000"/>
                </a:schemeClr>
              </a:solidFill>
              <a:latin typeface="Times New Roman" panose="02020603050405020304" pitchFamily="18" charset="0"/>
              <a:cs typeface="Times New Roman" panose="02020603050405020304" pitchFamily="18" charset="0"/>
            </a:endParaRPr>
          </a:p>
          <a:p>
            <a:pPr lvl="1" algn="just">
              <a:lnSpc>
                <a:spcPct val="170000"/>
              </a:lnSpc>
              <a:buFont typeface="Arial" panose="020B0604020202020204" pitchFamily="34" charset="0"/>
              <a:buChar char="•"/>
            </a:pPr>
            <a:r>
              <a:rPr lang="en-US" sz="1900" dirty="0">
                <a:solidFill>
                  <a:schemeClr val="tx1">
                    <a:lumMod val="65000"/>
                    <a:lumOff val="35000"/>
                  </a:schemeClr>
                </a:solidFill>
                <a:latin typeface="Times New Roman" panose="02020603050405020304" pitchFamily="18" charset="0"/>
                <a:cs typeface="Times New Roman" panose="02020603050405020304" pitchFamily="18" charset="0"/>
              </a:rPr>
              <a:t>Hyperparameter Optimization: Adjust model settings to improve accuracy.</a:t>
            </a:r>
            <a:endParaRPr lang="en-US" sz="1900"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168600" y="104400"/>
            <a:ext cx="11854800" cy="6649200"/>
          </a:xfrm>
        </p:spPr>
        <p:txBody>
          <a:bodyPr>
            <a:normAutofit/>
          </a:bodyPr>
          <a:lstStyle/>
          <a:p>
            <a:pPr marL="45720" indent="0" algn="just">
              <a:lnSpc>
                <a:spcPct val="150000"/>
              </a:lnSpc>
              <a:buNone/>
            </a:pPr>
            <a:r>
              <a:rPr lang="en-IN" sz="1900" b="1" dirty="0">
                <a:solidFill>
                  <a:schemeClr val="tx1">
                    <a:lumMod val="65000"/>
                    <a:lumOff val="35000"/>
                  </a:schemeClr>
                </a:solidFill>
                <a:latin typeface="Times New Roman" panose="02020603050405020304" pitchFamily="18" charset="0"/>
                <a:cs typeface="Times New Roman" panose="02020603050405020304" pitchFamily="18" charset="0"/>
              </a:rPr>
              <a:t>Real-Time Image Capture Module:</a:t>
            </a:r>
            <a:endParaRPr lang="en-IN" sz="1900" b="1" dirty="0">
              <a:solidFill>
                <a:schemeClr val="tx1">
                  <a:lumMod val="65000"/>
                  <a:lumOff val="35000"/>
                </a:schemeClr>
              </a:solidFill>
              <a:latin typeface="Times New Roman" panose="02020603050405020304" pitchFamily="18" charset="0"/>
              <a:cs typeface="Times New Roman" panose="02020603050405020304" pitchFamily="18" charset="0"/>
            </a:endParaRPr>
          </a:p>
          <a:p>
            <a:pPr lvl="1" algn="just">
              <a:lnSpc>
                <a:spcPct val="150000"/>
              </a:lnSpc>
              <a:buFont typeface="Arial" panose="020B0604020202020204" pitchFamily="34" charset="0"/>
              <a:buChar char="•"/>
            </a:pPr>
            <a:r>
              <a:rPr lang="en-IN" sz="1900" dirty="0">
                <a:solidFill>
                  <a:schemeClr val="tx1">
                    <a:lumMod val="65000"/>
                    <a:lumOff val="35000"/>
                  </a:schemeClr>
                </a:solidFill>
                <a:latin typeface="Times New Roman" panose="02020603050405020304" pitchFamily="18" charset="0"/>
                <a:cs typeface="Times New Roman" panose="02020603050405020304" pitchFamily="18" charset="0"/>
              </a:rPr>
              <a:t>Wearable Device Integration:</a:t>
            </a:r>
            <a:r>
              <a:rPr lang="en-US" altLang="en-IN" sz="1900" dirty="0">
                <a:solidFill>
                  <a:schemeClr val="tx1">
                    <a:lumMod val="65000"/>
                    <a:lumOff val="35000"/>
                  </a:schemeClr>
                </a:solidFill>
                <a:latin typeface="Times New Roman" panose="02020603050405020304" pitchFamily="18" charset="0"/>
                <a:cs typeface="Times New Roman" panose="02020603050405020304" pitchFamily="18" charset="0"/>
              </a:rPr>
              <a:t> </a:t>
            </a:r>
            <a:r>
              <a:rPr lang="en-IN" sz="1900" dirty="0">
                <a:solidFill>
                  <a:schemeClr val="tx1">
                    <a:lumMod val="65000"/>
                    <a:lumOff val="35000"/>
                  </a:schemeClr>
                </a:solidFill>
                <a:latin typeface="Times New Roman" panose="02020603050405020304" pitchFamily="18" charset="0"/>
                <a:cs typeface="Times New Roman" panose="02020603050405020304" pitchFamily="18" charset="0"/>
              </a:rPr>
              <a:t>Connect with smartwatches or sleep trackers for live data collection.  </a:t>
            </a:r>
            <a:endParaRPr lang="en-IN" sz="1900" dirty="0">
              <a:solidFill>
                <a:schemeClr val="tx1">
                  <a:lumMod val="65000"/>
                  <a:lumOff val="35000"/>
                </a:schemeClr>
              </a:solidFill>
              <a:latin typeface="Times New Roman" panose="02020603050405020304" pitchFamily="18" charset="0"/>
              <a:cs typeface="Times New Roman" panose="02020603050405020304" pitchFamily="18" charset="0"/>
            </a:endParaRPr>
          </a:p>
          <a:p>
            <a:pPr lvl="1" algn="just">
              <a:lnSpc>
                <a:spcPct val="150000"/>
              </a:lnSpc>
              <a:buFont typeface="Arial" panose="020B0604020202020204" pitchFamily="34" charset="0"/>
              <a:buChar char="•"/>
            </a:pPr>
            <a:r>
              <a:rPr lang="en-IN" sz="1900" dirty="0">
                <a:solidFill>
                  <a:schemeClr val="tx1">
                    <a:lumMod val="65000"/>
                    <a:lumOff val="35000"/>
                  </a:schemeClr>
                </a:solidFill>
                <a:latin typeface="Times New Roman" panose="02020603050405020304" pitchFamily="18" charset="0"/>
                <a:cs typeface="Times New Roman" panose="02020603050405020304" pitchFamily="18" charset="0"/>
              </a:rPr>
              <a:t>Sleep Stage Detection: Identify sleep stages such as light sleep, deep sleep, and REM.</a:t>
            </a:r>
            <a:endParaRPr lang="en-IN" sz="1900" dirty="0">
              <a:solidFill>
                <a:schemeClr val="tx1">
                  <a:lumMod val="65000"/>
                  <a:lumOff val="35000"/>
                </a:schemeClr>
              </a:solidFill>
              <a:latin typeface="Times New Roman" panose="02020603050405020304" pitchFamily="18" charset="0"/>
              <a:cs typeface="Times New Roman" panose="02020603050405020304" pitchFamily="18" charset="0"/>
            </a:endParaRPr>
          </a:p>
          <a:p>
            <a:pPr marL="45720" indent="0" algn="just">
              <a:lnSpc>
                <a:spcPct val="150000"/>
              </a:lnSpc>
              <a:buNone/>
            </a:pPr>
            <a:r>
              <a:rPr lang="en-IN" sz="1900" b="1" dirty="0">
                <a:solidFill>
                  <a:schemeClr val="tx1">
                    <a:lumMod val="65000"/>
                    <a:lumOff val="35000"/>
                  </a:schemeClr>
                </a:solidFill>
                <a:latin typeface="Times New Roman" panose="02020603050405020304" pitchFamily="18" charset="0"/>
                <a:cs typeface="Times New Roman" panose="02020603050405020304" pitchFamily="18" charset="0"/>
              </a:rPr>
              <a:t>Output Visualization Module:</a:t>
            </a:r>
            <a:endParaRPr lang="en-IN" sz="1900" b="1" dirty="0">
              <a:solidFill>
                <a:schemeClr val="tx1">
                  <a:lumMod val="65000"/>
                  <a:lumOff val="35000"/>
                </a:schemeClr>
              </a:solidFill>
              <a:latin typeface="Times New Roman" panose="02020603050405020304" pitchFamily="18" charset="0"/>
              <a:cs typeface="Times New Roman" panose="02020603050405020304" pitchFamily="18" charset="0"/>
            </a:endParaRPr>
          </a:p>
          <a:p>
            <a:pPr lvl="1" algn="just">
              <a:lnSpc>
                <a:spcPct val="150000"/>
              </a:lnSpc>
              <a:buFont typeface="Arial" panose="020B0604020202020204" pitchFamily="34" charset="0"/>
              <a:buChar char="•"/>
            </a:pPr>
            <a:r>
              <a:rPr lang="en-US" sz="1900" dirty="0">
                <a:solidFill>
                  <a:schemeClr val="tx1">
                    <a:lumMod val="65000"/>
                    <a:lumOff val="35000"/>
                  </a:schemeClr>
                </a:solidFill>
                <a:latin typeface="Times New Roman" panose="02020603050405020304" pitchFamily="18" charset="0"/>
                <a:cs typeface="Times New Roman" panose="02020603050405020304" pitchFamily="18" charset="0"/>
              </a:rPr>
              <a:t>User Dashboard: Display sleep reports and detected disorders in a simple interface.  </a:t>
            </a:r>
            <a:endParaRPr lang="en-US" sz="1900" dirty="0">
              <a:solidFill>
                <a:schemeClr val="tx1">
                  <a:lumMod val="65000"/>
                  <a:lumOff val="35000"/>
                </a:schemeClr>
              </a:solidFill>
              <a:latin typeface="Times New Roman" panose="02020603050405020304" pitchFamily="18" charset="0"/>
              <a:cs typeface="Times New Roman" panose="02020603050405020304" pitchFamily="18" charset="0"/>
            </a:endParaRPr>
          </a:p>
          <a:p>
            <a:pPr lvl="1" algn="just">
              <a:lnSpc>
                <a:spcPct val="150000"/>
              </a:lnSpc>
              <a:buFont typeface="Arial" panose="020B0604020202020204" pitchFamily="34" charset="0"/>
              <a:buChar char="•"/>
            </a:pPr>
            <a:r>
              <a:rPr lang="en-US" sz="1900" dirty="0">
                <a:solidFill>
                  <a:schemeClr val="tx1">
                    <a:lumMod val="65000"/>
                    <a:lumOff val="35000"/>
                  </a:schemeClr>
                </a:solidFill>
                <a:latin typeface="Times New Roman" panose="02020603050405020304" pitchFamily="18" charset="0"/>
                <a:cs typeface="Times New Roman" panose="02020603050405020304" pitchFamily="18" charset="0"/>
              </a:rPr>
              <a:t>Graphical Insights: Show sleep trends using charts and graphs.</a:t>
            </a:r>
            <a:endParaRPr lang="en-US" sz="1600" dirty="0">
              <a:solidFill>
                <a:schemeClr val="tx1">
                  <a:lumMod val="65000"/>
                  <a:lumOff val="35000"/>
                </a:schemeClr>
              </a:solidFill>
              <a:latin typeface="Times New Roman" panose="02020603050405020304" pitchFamily="18" charset="0"/>
              <a:cs typeface="Times New Roman" panose="02020603050405020304" pitchFamily="18" charset="0"/>
            </a:endParaRPr>
          </a:p>
          <a:p>
            <a:pPr marL="45720" indent="0" algn="just">
              <a:lnSpc>
                <a:spcPct val="150000"/>
              </a:lnSpc>
              <a:buNone/>
            </a:pPr>
            <a:r>
              <a:rPr lang="en-IN" sz="1900" b="1" dirty="0">
                <a:solidFill>
                  <a:schemeClr val="tx1">
                    <a:lumMod val="65000"/>
                    <a:lumOff val="35000"/>
                  </a:schemeClr>
                </a:solidFill>
                <a:latin typeface="Times New Roman" panose="02020603050405020304" pitchFamily="18" charset="0"/>
                <a:cs typeface="Times New Roman" panose="02020603050405020304" pitchFamily="18" charset="0"/>
              </a:rPr>
              <a:t>User Engagement Module:</a:t>
            </a:r>
            <a:endParaRPr lang="en-IN" sz="1900" b="1" dirty="0">
              <a:solidFill>
                <a:schemeClr val="tx1">
                  <a:lumMod val="65000"/>
                  <a:lumOff val="35000"/>
                </a:schemeClr>
              </a:solidFill>
              <a:latin typeface="Times New Roman" panose="02020603050405020304" pitchFamily="18" charset="0"/>
              <a:cs typeface="Times New Roman" panose="02020603050405020304" pitchFamily="18" charset="0"/>
            </a:endParaRPr>
          </a:p>
          <a:p>
            <a:pPr lvl="1" algn="just">
              <a:lnSpc>
                <a:spcPct val="150000"/>
              </a:lnSpc>
              <a:buFont typeface="Arial" panose="020B0604020202020204" pitchFamily="34" charset="0"/>
              <a:buChar char="•"/>
            </a:pPr>
            <a:r>
              <a:rPr lang="en-US" sz="1900" dirty="0">
                <a:solidFill>
                  <a:schemeClr val="tx1">
                    <a:lumMod val="65000"/>
                    <a:lumOff val="35000"/>
                  </a:schemeClr>
                </a:solidFill>
                <a:latin typeface="Times New Roman" panose="02020603050405020304" pitchFamily="18" charset="0"/>
                <a:cs typeface="Times New Roman" panose="02020603050405020304" pitchFamily="18" charset="0"/>
              </a:rPr>
              <a:t>Personalized Recommendations: Suggest lifestyle changes based on detected sleep issues.  </a:t>
            </a:r>
            <a:endParaRPr lang="en-US" sz="1900" dirty="0">
              <a:solidFill>
                <a:schemeClr val="tx1">
                  <a:lumMod val="65000"/>
                  <a:lumOff val="35000"/>
                </a:schemeClr>
              </a:solidFill>
              <a:latin typeface="Times New Roman" panose="02020603050405020304" pitchFamily="18" charset="0"/>
              <a:cs typeface="Times New Roman" panose="02020603050405020304" pitchFamily="18" charset="0"/>
            </a:endParaRPr>
          </a:p>
          <a:p>
            <a:pPr lvl="1" algn="just">
              <a:lnSpc>
                <a:spcPct val="150000"/>
              </a:lnSpc>
              <a:buFont typeface="Arial" panose="020B0604020202020204" pitchFamily="34" charset="0"/>
              <a:buChar char="•"/>
            </a:pPr>
            <a:r>
              <a:rPr lang="en-US" sz="1900" dirty="0">
                <a:solidFill>
                  <a:schemeClr val="tx1">
                    <a:lumMod val="65000"/>
                    <a:lumOff val="35000"/>
                  </a:schemeClr>
                </a:solidFill>
                <a:latin typeface="Times New Roman" panose="02020603050405020304" pitchFamily="18" charset="0"/>
                <a:cs typeface="Times New Roman" panose="02020603050405020304" pitchFamily="18" charset="0"/>
              </a:rPr>
              <a:t>Alerts &amp; Notifications: Notify users of potential sleep disorders.  </a:t>
            </a:r>
            <a:endParaRPr lang="en-US" sz="1900" dirty="0">
              <a:solidFill>
                <a:schemeClr val="tx1">
                  <a:lumMod val="65000"/>
                  <a:lumOff val="35000"/>
                </a:schemeClr>
              </a:solidFill>
              <a:latin typeface="Times New Roman" panose="02020603050405020304" pitchFamily="18" charset="0"/>
              <a:cs typeface="Times New Roman" panose="02020603050405020304" pitchFamily="18" charset="0"/>
            </a:endParaRPr>
          </a:p>
          <a:p>
            <a:pPr marL="45720" indent="0" algn="just">
              <a:lnSpc>
                <a:spcPct val="150000"/>
              </a:lnSpc>
              <a:buNone/>
            </a:pPr>
            <a:r>
              <a:rPr lang="en-IN" sz="1900" b="1" dirty="0">
                <a:solidFill>
                  <a:schemeClr val="tx1">
                    <a:lumMod val="65000"/>
                    <a:lumOff val="35000"/>
                  </a:schemeClr>
                </a:solidFill>
                <a:latin typeface="Times New Roman" panose="02020603050405020304" pitchFamily="18" charset="0"/>
                <a:cs typeface="Times New Roman" panose="02020603050405020304" pitchFamily="18" charset="0"/>
              </a:rPr>
              <a:t>Customization and Preferences Module:</a:t>
            </a:r>
            <a:endParaRPr lang="en-IN" sz="1900" b="1" dirty="0">
              <a:solidFill>
                <a:schemeClr val="tx1">
                  <a:lumMod val="65000"/>
                  <a:lumOff val="35000"/>
                </a:schemeClr>
              </a:solidFill>
              <a:latin typeface="Times New Roman" panose="02020603050405020304" pitchFamily="18" charset="0"/>
              <a:cs typeface="Times New Roman" panose="02020603050405020304" pitchFamily="18" charset="0"/>
            </a:endParaRPr>
          </a:p>
          <a:p>
            <a:pPr lvl="1" algn="just">
              <a:lnSpc>
                <a:spcPct val="150000"/>
              </a:lnSpc>
              <a:buFont typeface="Arial" panose="020B0604020202020204" pitchFamily="34" charset="0"/>
              <a:buChar char="•"/>
            </a:pPr>
            <a:r>
              <a:rPr lang="en-US" sz="1900" dirty="0">
                <a:solidFill>
                  <a:schemeClr val="tx1">
                    <a:lumMod val="65000"/>
                    <a:lumOff val="35000"/>
                  </a:schemeClr>
                </a:solidFill>
                <a:latin typeface="Times New Roman" panose="02020603050405020304" pitchFamily="18" charset="0"/>
                <a:cs typeface="Times New Roman" panose="02020603050405020304" pitchFamily="18" charset="0"/>
              </a:rPr>
              <a:t>Sleep Goal Settings: Let users set and track personal sleep goals.  </a:t>
            </a:r>
            <a:endParaRPr lang="en-US" sz="1900" dirty="0">
              <a:solidFill>
                <a:schemeClr val="tx1">
                  <a:lumMod val="65000"/>
                  <a:lumOff val="35000"/>
                </a:schemeClr>
              </a:solidFill>
              <a:latin typeface="Times New Roman" panose="02020603050405020304" pitchFamily="18" charset="0"/>
              <a:cs typeface="Times New Roman" panose="02020603050405020304" pitchFamily="18" charset="0"/>
            </a:endParaRPr>
          </a:p>
          <a:p>
            <a:pPr lvl="1" algn="just">
              <a:lnSpc>
                <a:spcPct val="150000"/>
              </a:lnSpc>
              <a:buFont typeface="Arial" panose="020B0604020202020204" pitchFamily="34" charset="0"/>
              <a:buChar char="•"/>
            </a:pPr>
            <a:r>
              <a:rPr lang="en-US" sz="1900" dirty="0">
                <a:solidFill>
                  <a:schemeClr val="tx1">
                    <a:lumMod val="65000"/>
                    <a:lumOff val="35000"/>
                  </a:schemeClr>
                </a:solidFill>
                <a:latin typeface="Times New Roman" panose="02020603050405020304" pitchFamily="18" charset="0"/>
                <a:cs typeface="Times New Roman" panose="02020603050405020304" pitchFamily="18" charset="0"/>
              </a:rPr>
              <a:t>Integration with Health Apps: Sync with platforms like Google Fit or Apple Health.</a:t>
            </a:r>
            <a:endParaRPr lang="en-US" sz="1900" dirty="0">
              <a:solidFill>
                <a:schemeClr val="tx1">
                  <a:lumMod val="65000"/>
                  <a:lumOff val="35000"/>
                </a:schemeClr>
              </a:solidFill>
              <a:latin typeface="Times New Roman" panose="02020603050405020304" pitchFamily="18" charset="0"/>
              <a:cs typeface="Times New Roman" panose="02020603050405020304" pitchFamily="18" charset="0"/>
            </a:endParaRPr>
          </a:p>
          <a:p>
            <a:pPr marL="365760" lvl="1" indent="0">
              <a:lnSpc>
                <a:spcPct val="150000"/>
              </a:lnSpc>
              <a:buNone/>
            </a:pPr>
            <a:endParaRPr lang="en-US" sz="1900" dirty="0">
              <a:solidFill>
                <a:schemeClr val="tx1">
                  <a:lumMod val="65000"/>
                  <a:lumOff val="3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2748280" y="4208145"/>
            <a:ext cx="7056120" cy="894080"/>
          </a:xfrm>
        </p:spPr>
        <p:txBody>
          <a:bodyPr/>
          <a:p>
            <a:endParaRPr lang="en-US"/>
          </a:p>
        </p:txBody>
      </p:sp>
      <p:sp>
        <p:nvSpPr>
          <p:cNvPr id="2" name="TextBox 1"/>
          <p:cNvSpPr txBox="1"/>
          <p:nvPr/>
        </p:nvSpPr>
        <p:spPr>
          <a:xfrm>
            <a:off x="4159898" y="251927"/>
            <a:ext cx="3872204" cy="523220"/>
          </a:xfrm>
          <a:prstGeom prst="rect">
            <a:avLst/>
          </a:prstGeom>
          <a:noFill/>
        </p:spPr>
        <p:txBody>
          <a:bodyPr wrap="square" rtlCol="0">
            <a:spAutoFit/>
          </a:bodyPr>
          <a:lstStyle/>
          <a:p>
            <a:pPr algn="ctr"/>
            <a:r>
              <a:rPr lang="en-US" sz="2800" b="1" dirty="0">
                <a:solidFill>
                  <a:schemeClr val="bg2">
                    <a:lumMod val="50000"/>
                  </a:schemeClr>
                </a:solidFill>
                <a:effectLst>
                  <a:outerShdw blurRad="38100" dist="38100" dir="2700000" algn="tl">
                    <a:srgbClr val="000000">
                      <a:alpha val="43137"/>
                    </a:srgbClr>
                  </a:outerShdw>
                </a:effectLst>
              </a:rPr>
              <a:t>DESIGN</a:t>
            </a:r>
            <a:endParaRPr lang="en-IN" sz="2800" dirty="0"/>
          </a:p>
        </p:txBody>
      </p:sp>
      <p:grpSp>
        <p:nvGrpSpPr>
          <p:cNvPr id="16" name="Group 15"/>
          <p:cNvGrpSpPr/>
          <p:nvPr/>
        </p:nvGrpSpPr>
        <p:grpSpPr>
          <a:xfrm>
            <a:off x="4556440" y="3554920"/>
            <a:ext cx="668160" cy="46800"/>
            <a:chOff x="4556440" y="3554920"/>
            <a:chExt cx="668160" cy="46800"/>
          </a:xfrm>
        </p:grpSpPr>
        <mc:AlternateContent xmlns:mc="http://schemas.openxmlformats.org/markup-compatibility/2006" xmlns:p14="http://schemas.microsoft.com/office/powerpoint/2010/main">
          <mc:Choice Requires="p14">
            <p:contentPart r:id="rId1" p14:bwMode="auto">
              <p14:nvContentPartPr>
                <p14:cNvPr id="13" name="Ink 12"/>
                <p14:cNvContentPartPr/>
                <p14:nvPr/>
              </p14:nvContentPartPr>
              <p14:xfrm>
                <a:off x="4771720" y="3554920"/>
                <a:ext cx="452880" cy="22320"/>
              </p14:xfrm>
            </p:contentPart>
          </mc:Choice>
          <mc:Fallback xmlns="">
            <p:pic>
              <p:nvPicPr>
                <p:cNvPr id="13" name="Ink 12"/>
              </p:nvPicPr>
              <p:blipFill>
                <a:blip r:embed="rId2"/>
              </p:blipFill>
              <p:spPr>
                <a:xfrm>
                  <a:off x="4771720" y="3554920"/>
                  <a:ext cx="452880" cy="2232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14" name="Ink 13"/>
                <p14:cNvContentPartPr/>
                <p14:nvPr/>
              </p14:nvContentPartPr>
              <p14:xfrm>
                <a:off x="4556440" y="3571120"/>
                <a:ext cx="56520" cy="30600"/>
              </p14:xfrm>
            </p:contentPart>
          </mc:Choice>
          <mc:Fallback xmlns="">
            <p:pic>
              <p:nvPicPr>
                <p:cNvPr id="14" name="Ink 13"/>
              </p:nvPicPr>
              <p:blipFill>
                <a:blip r:embed="rId4"/>
              </p:blipFill>
              <p:spPr>
                <a:xfrm>
                  <a:off x="4556440" y="3571120"/>
                  <a:ext cx="56520" cy="306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15" name="Ink 14"/>
                <p14:cNvContentPartPr/>
                <p14:nvPr/>
              </p14:nvContentPartPr>
              <p14:xfrm>
                <a:off x="4617640" y="3572920"/>
                <a:ext cx="72000" cy="18720"/>
              </p14:xfrm>
            </p:contentPart>
          </mc:Choice>
          <mc:Fallback xmlns="">
            <p:pic>
              <p:nvPicPr>
                <p:cNvPr id="15" name="Ink 14"/>
              </p:nvPicPr>
              <p:blipFill>
                <a:blip r:embed="rId6"/>
              </p:blipFill>
              <p:spPr>
                <a:xfrm>
                  <a:off x="4617640" y="3572920"/>
                  <a:ext cx="72000" cy="18720"/>
                </a:xfrm>
                <a:prstGeom prst="rect"/>
              </p:spPr>
            </p:pic>
          </mc:Fallback>
        </mc:AlternateContent>
      </p:grpSp>
      <mc:AlternateContent xmlns:mc="http://schemas.openxmlformats.org/markup-compatibility/2006" xmlns:p14="http://schemas.microsoft.com/office/powerpoint/2010/main">
        <mc:Choice Requires="p14">
          <p:contentPart r:id="rId7" p14:bwMode="auto">
            <p14:nvContentPartPr>
              <p14:cNvPr id="17" name="Ink 16"/>
              <p14:cNvContentPartPr/>
              <p14:nvPr/>
            </p14:nvContentPartPr>
            <p14:xfrm>
              <a:off x="6012060" y="1935300"/>
              <a:ext cx="360" cy="360"/>
            </p14:xfrm>
          </p:contentPart>
        </mc:Choice>
        <mc:Fallback xmlns="">
          <p:pic>
            <p:nvPicPr>
              <p:cNvPr id="17" name="Ink 16"/>
            </p:nvPicPr>
            <p:blipFill>
              <a:blip r:embed="rId8"/>
            </p:blipFill>
            <p:spPr>
              <a:xfrm>
                <a:off x="6012060" y="1935300"/>
                <a:ext cx="360" cy="360"/>
              </a:xfrm>
              <a:prstGeom prst="rect"/>
            </p:spPr>
          </p:pic>
        </mc:Fallback>
      </mc:AlternateContent>
      <p:sp>
        <p:nvSpPr>
          <p:cNvPr id="21" name="Rectangle 20"/>
          <p:cNvSpPr/>
          <p:nvPr/>
        </p:nvSpPr>
        <p:spPr>
          <a:xfrm>
            <a:off x="5057288" y="6244184"/>
            <a:ext cx="1909544" cy="1153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TextBox 21"/>
          <p:cNvSpPr txBox="1"/>
          <p:nvPr/>
        </p:nvSpPr>
        <p:spPr>
          <a:xfrm>
            <a:off x="3963174" y="812767"/>
            <a:ext cx="4481029" cy="369332"/>
          </a:xfrm>
          <a:prstGeom prst="rect">
            <a:avLst/>
          </a:prstGeom>
          <a:noFill/>
        </p:spPr>
        <p:txBody>
          <a:bodyPr wrap="square" rtlCol="0">
            <a:spAutoFit/>
          </a:bodyPr>
          <a:lstStyle/>
          <a:p>
            <a:pPr algn="ctr"/>
            <a:r>
              <a:rPr lang="en-US" dirty="0"/>
              <a:t> Data Flow Diagram </a:t>
            </a:r>
            <a:endParaRPr lang="en-IN" dirty="0"/>
          </a:p>
        </p:txBody>
      </p:sp>
      <p:pic>
        <p:nvPicPr>
          <p:cNvPr id="9" name="Content Placeholder 8" descr="Screenshot (172)"/>
          <p:cNvPicPr>
            <a:picLocks noChangeAspect="1"/>
          </p:cNvPicPr>
          <p:nvPr>
            <p:ph sz="quarter" idx="13"/>
          </p:nvPr>
        </p:nvPicPr>
        <p:blipFill>
          <a:blip r:embed="rId9"/>
          <a:srcRect l="30009" t="38688" r="18659" b="24353"/>
          <a:stretch>
            <a:fillRect/>
          </a:stretch>
        </p:blipFill>
        <p:spPr>
          <a:xfrm>
            <a:off x="2748280" y="1460500"/>
            <a:ext cx="6969760" cy="35839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201035" y="4007485"/>
            <a:ext cx="6610350" cy="1084580"/>
          </a:xfrm>
        </p:spPr>
        <p:txBody>
          <a:bodyPr/>
          <a:p>
            <a:pPr marL="0" indent="0">
              <a:buNone/>
            </a:pPr>
            <a:endParaRPr lang="en-US"/>
          </a:p>
        </p:txBody>
      </p:sp>
      <p:sp>
        <p:nvSpPr>
          <p:cNvPr id="2" name="TextBox 1"/>
          <p:cNvSpPr txBox="1"/>
          <p:nvPr/>
        </p:nvSpPr>
        <p:spPr>
          <a:xfrm>
            <a:off x="4159898" y="251927"/>
            <a:ext cx="3872204" cy="523220"/>
          </a:xfrm>
          <a:prstGeom prst="rect">
            <a:avLst/>
          </a:prstGeom>
          <a:noFill/>
        </p:spPr>
        <p:txBody>
          <a:bodyPr wrap="square" rtlCol="0">
            <a:spAutoFit/>
          </a:bodyPr>
          <a:lstStyle/>
          <a:p>
            <a:pPr algn="ctr"/>
            <a:r>
              <a:rPr lang="en-US" sz="2800" b="1" dirty="0">
                <a:solidFill>
                  <a:schemeClr val="bg2">
                    <a:lumMod val="50000"/>
                  </a:schemeClr>
                </a:solidFill>
                <a:effectLst>
                  <a:outerShdw blurRad="38100" dist="38100" dir="2700000" algn="tl">
                    <a:srgbClr val="000000">
                      <a:alpha val="43137"/>
                    </a:srgbClr>
                  </a:outerShdw>
                </a:effectLst>
              </a:rPr>
              <a:t>UML DIAGRAMS</a:t>
            </a:r>
            <a:endParaRPr lang="en-IN" sz="2800" dirty="0"/>
          </a:p>
        </p:txBody>
      </p:sp>
      <p:grpSp>
        <p:nvGrpSpPr>
          <p:cNvPr id="16" name="Group 15"/>
          <p:cNvGrpSpPr/>
          <p:nvPr/>
        </p:nvGrpSpPr>
        <p:grpSpPr>
          <a:xfrm>
            <a:off x="4556440" y="3554920"/>
            <a:ext cx="668160" cy="46800"/>
            <a:chOff x="4556440" y="3554920"/>
            <a:chExt cx="668160" cy="46800"/>
          </a:xfrm>
        </p:grpSpPr>
        <mc:AlternateContent xmlns:mc="http://schemas.openxmlformats.org/markup-compatibility/2006" xmlns:p14="http://schemas.microsoft.com/office/powerpoint/2010/main">
          <mc:Choice Requires="p14">
            <p:contentPart r:id="rId1" p14:bwMode="auto">
              <p14:nvContentPartPr>
                <p14:cNvPr id="13" name="Ink 12"/>
                <p14:cNvContentPartPr/>
                <p14:nvPr/>
              </p14:nvContentPartPr>
              <p14:xfrm>
                <a:off x="4771720" y="3554920"/>
                <a:ext cx="452880" cy="22320"/>
              </p14:xfrm>
            </p:contentPart>
          </mc:Choice>
          <mc:Fallback xmlns="">
            <p:pic>
              <p:nvPicPr>
                <p:cNvPr id="13" name="Ink 12"/>
              </p:nvPicPr>
              <p:blipFill>
                <a:blip r:embed="rId2"/>
              </p:blipFill>
              <p:spPr>
                <a:xfrm>
                  <a:off x="4771720" y="3554920"/>
                  <a:ext cx="452880" cy="2232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14" name="Ink 13"/>
                <p14:cNvContentPartPr/>
                <p14:nvPr/>
              </p14:nvContentPartPr>
              <p14:xfrm>
                <a:off x="4556440" y="3571120"/>
                <a:ext cx="56520" cy="30600"/>
              </p14:xfrm>
            </p:contentPart>
          </mc:Choice>
          <mc:Fallback xmlns="">
            <p:pic>
              <p:nvPicPr>
                <p:cNvPr id="14" name="Ink 13"/>
              </p:nvPicPr>
              <p:blipFill>
                <a:blip r:embed="rId4"/>
              </p:blipFill>
              <p:spPr>
                <a:xfrm>
                  <a:off x="4556440" y="3571120"/>
                  <a:ext cx="56520" cy="306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15" name="Ink 14"/>
                <p14:cNvContentPartPr/>
                <p14:nvPr/>
              </p14:nvContentPartPr>
              <p14:xfrm>
                <a:off x="4617640" y="3572920"/>
                <a:ext cx="72000" cy="18720"/>
              </p14:xfrm>
            </p:contentPart>
          </mc:Choice>
          <mc:Fallback xmlns="">
            <p:pic>
              <p:nvPicPr>
                <p:cNvPr id="15" name="Ink 14"/>
              </p:nvPicPr>
              <p:blipFill>
                <a:blip r:embed="rId6"/>
              </p:blipFill>
              <p:spPr>
                <a:xfrm>
                  <a:off x="4617640" y="3572920"/>
                  <a:ext cx="72000" cy="18720"/>
                </a:xfrm>
                <a:prstGeom prst="rect"/>
              </p:spPr>
            </p:pic>
          </mc:Fallback>
        </mc:AlternateContent>
      </p:grpSp>
      <mc:AlternateContent xmlns:mc="http://schemas.openxmlformats.org/markup-compatibility/2006" xmlns:p14="http://schemas.microsoft.com/office/powerpoint/2010/main">
        <mc:Choice Requires="p14">
          <p:contentPart r:id="rId7" p14:bwMode="auto">
            <p14:nvContentPartPr>
              <p14:cNvPr id="17" name="Ink 16"/>
              <p14:cNvContentPartPr/>
              <p14:nvPr/>
            </p14:nvContentPartPr>
            <p14:xfrm>
              <a:off x="6012060" y="1935300"/>
              <a:ext cx="360" cy="360"/>
            </p14:xfrm>
          </p:contentPart>
        </mc:Choice>
        <mc:Fallback xmlns="">
          <p:pic>
            <p:nvPicPr>
              <p:cNvPr id="17" name="Ink 16"/>
            </p:nvPicPr>
            <p:blipFill>
              <a:blip r:embed="rId8"/>
            </p:blipFill>
            <p:spPr>
              <a:xfrm>
                <a:off x="6012060" y="1935300"/>
                <a:ext cx="360" cy="360"/>
              </a:xfrm>
              <a:prstGeom prst="rect"/>
            </p:spPr>
          </p:pic>
        </mc:Fallback>
      </mc:AlternateContent>
      <p:sp>
        <p:nvSpPr>
          <p:cNvPr id="21" name="Rectangle 20"/>
          <p:cNvSpPr/>
          <p:nvPr/>
        </p:nvSpPr>
        <p:spPr>
          <a:xfrm>
            <a:off x="5057288" y="6244184"/>
            <a:ext cx="1909544" cy="1153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TextBox 21"/>
          <p:cNvSpPr txBox="1"/>
          <p:nvPr/>
        </p:nvSpPr>
        <p:spPr>
          <a:xfrm>
            <a:off x="3771545" y="819374"/>
            <a:ext cx="4481029" cy="369332"/>
          </a:xfrm>
          <a:prstGeom prst="rect">
            <a:avLst/>
          </a:prstGeom>
          <a:noFill/>
        </p:spPr>
        <p:txBody>
          <a:bodyPr wrap="square" rtlCol="0">
            <a:spAutoFit/>
          </a:bodyPr>
          <a:lstStyle/>
          <a:p>
            <a:pPr algn="ctr"/>
            <a:r>
              <a:rPr lang="en-US" dirty="0"/>
              <a:t>USE CASE DIAGRAM</a:t>
            </a:r>
            <a:endParaRPr lang="en-IN" dirty="0"/>
          </a:p>
        </p:txBody>
      </p:sp>
      <p:pic>
        <p:nvPicPr>
          <p:cNvPr id="6" name="Content Placeholder 5" descr="Screenshot (191)"/>
          <p:cNvPicPr>
            <a:picLocks noChangeAspect="1"/>
          </p:cNvPicPr>
          <p:nvPr>
            <p:ph sz="quarter" idx="13"/>
          </p:nvPr>
        </p:nvPicPr>
        <p:blipFill>
          <a:blip r:embed="rId9"/>
          <a:stretch>
            <a:fillRect/>
          </a:stretch>
        </p:blipFill>
        <p:spPr>
          <a:xfrm>
            <a:off x="2997200" y="1351915"/>
            <a:ext cx="6814820" cy="383667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337560" y="4371975"/>
            <a:ext cx="5050790" cy="1143000"/>
          </a:xfrm>
        </p:spPr>
        <p:txBody>
          <a:bodyPr/>
          <a:p>
            <a:endParaRPr lang="en-US"/>
          </a:p>
        </p:txBody>
      </p:sp>
      <p:grpSp>
        <p:nvGrpSpPr>
          <p:cNvPr id="16" name="Group 15"/>
          <p:cNvGrpSpPr/>
          <p:nvPr/>
        </p:nvGrpSpPr>
        <p:grpSpPr>
          <a:xfrm>
            <a:off x="4556440" y="3554920"/>
            <a:ext cx="668160" cy="46800"/>
            <a:chOff x="4556440" y="3554920"/>
            <a:chExt cx="668160" cy="46800"/>
          </a:xfrm>
        </p:grpSpPr>
        <mc:AlternateContent xmlns:mc="http://schemas.openxmlformats.org/markup-compatibility/2006" xmlns:p14="http://schemas.microsoft.com/office/powerpoint/2010/main">
          <mc:Choice Requires="p14">
            <p:contentPart r:id="rId1" p14:bwMode="auto">
              <p14:nvContentPartPr>
                <p14:cNvPr id="13" name="Ink 12"/>
                <p14:cNvContentPartPr/>
                <p14:nvPr/>
              </p14:nvContentPartPr>
              <p14:xfrm>
                <a:off x="4771720" y="3554920"/>
                <a:ext cx="452880" cy="22320"/>
              </p14:xfrm>
            </p:contentPart>
          </mc:Choice>
          <mc:Fallback xmlns="">
            <p:pic>
              <p:nvPicPr>
                <p:cNvPr id="13" name="Ink 12"/>
              </p:nvPicPr>
              <p:blipFill>
                <a:blip r:embed="rId2"/>
              </p:blipFill>
              <p:spPr>
                <a:xfrm>
                  <a:off x="4771720" y="3554920"/>
                  <a:ext cx="452880" cy="2232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14" name="Ink 13"/>
                <p14:cNvContentPartPr/>
                <p14:nvPr/>
              </p14:nvContentPartPr>
              <p14:xfrm>
                <a:off x="4556440" y="3571120"/>
                <a:ext cx="56520" cy="30600"/>
              </p14:xfrm>
            </p:contentPart>
          </mc:Choice>
          <mc:Fallback xmlns="">
            <p:pic>
              <p:nvPicPr>
                <p:cNvPr id="14" name="Ink 13"/>
              </p:nvPicPr>
              <p:blipFill>
                <a:blip r:embed="rId4"/>
              </p:blipFill>
              <p:spPr>
                <a:xfrm>
                  <a:off x="4556440" y="3571120"/>
                  <a:ext cx="56520" cy="306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15" name="Ink 14"/>
                <p14:cNvContentPartPr/>
                <p14:nvPr/>
              </p14:nvContentPartPr>
              <p14:xfrm>
                <a:off x="4617640" y="3572920"/>
                <a:ext cx="72000" cy="18720"/>
              </p14:xfrm>
            </p:contentPart>
          </mc:Choice>
          <mc:Fallback xmlns="">
            <p:pic>
              <p:nvPicPr>
                <p:cNvPr id="15" name="Ink 14"/>
              </p:nvPicPr>
              <p:blipFill>
                <a:blip r:embed="rId6"/>
              </p:blipFill>
              <p:spPr>
                <a:xfrm>
                  <a:off x="4617640" y="3572920"/>
                  <a:ext cx="72000" cy="18720"/>
                </a:xfrm>
                <a:prstGeom prst="rect"/>
              </p:spPr>
            </p:pic>
          </mc:Fallback>
        </mc:AlternateContent>
      </p:grpSp>
      <mc:AlternateContent xmlns:mc="http://schemas.openxmlformats.org/markup-compatibility/2006" xmlns:p14="http://schemas.microsoft.com/office/powerpoint/2010/main">
        <mc:Choice Requires="p14">
          <p:contentPart r:id="rId7" p14:bwMode="auto">
            <p14:nvContentPartPr>
              <p14:cNvPr id="17" name="Ink 16"/>
              <p14:cNvContentPartPr/>
              <p14:nvPr/>
            </p14:nvContentPartPr>
            <p14:xfrm>
              <a:off x="6012060" y="1935300"/>
              <a:ext cx="360" cy="360"/>
            </p14:xfrm>
          </p:contentPart>
        </mc:Choice>
        <mc:Fallback xmlns="">
          <p:pic>
            <p:nvPicPr>
              <p:cNvPr id="17" name="Ink 16"/>
            </p:nvPicPr>
            <p:blipFill>
              <a:blip r:embed="rId8"/>
            </p:blipFill>
            <p:spPr>
              <a:xfrm>
                <a:off x="6012060" y="1935300"/>
                <a:ext cx="360" cy="360"/>
              </a:xfrm>
              <a:prstGeom prst="rect"/>
            </p:spPr>
          </p:pic>
        </mc:Fallback>
      </mc:AlternateContent>
      <p:sp>
        <p:nvSpPr>
          <p:cNvPr id="21" name="Rectangle 20"/>
          <p:cNvSpPr/>
          <p:nvPr/>
        </p:nvSpPr>
        <p:spPr>
          <a:xfrm>
            <a:off x="5057288" y="6244184"/>
            <a:ext cx="1909544" cy="1153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TextBox 21"/>
          <p:cNvSpPr txBox="1"/>
          <p:nvPr/>
        </p:nvSpPr>
        <p:spPr>
          <a:xfrm>
            <a:off x="3771544" y="420077"/>
            <a:ext cx="4481029" cy="523220"/>
          </a:xfrm>
          <a:prstGeom prst="rect">
            <a:avLst/>
          </a:prstGeom>
          <a:noFill/>
        </p:spPr>
        <p:txBody>
          <a:bodyPr wrap="square" rtlCol="0">
            <a:spAutoFit/>
          </a:bodyPr>
          <a:lstStyle/>
          <a:p>
            <a:pPr algn="ctr"/>
            <a:r>
              <a:rPr lang="en-US" sz="2800" dirty="0"/>
              <a:t>SEQUENCE DIAGRAM</a:t>
            </a:r>
            <a:endParaRPr lang="en-IN" sz="2800" dirty="0"/>
          </a:p>
        </p:txBody>
      </p:sp>
      <p:pic>
        <p:nvPicPr>
          <p:cNvPr id="5" name="Content Placeholder 4"/>
          <p:cNvPicPr>
            <a:picLocks noChangeAspect="1"/>
          </p:cNvPicPr>
          <p:nvPr>
            <p:ph sz="quarter" idx="13"/>
          </p:nvPr>
        </p:nvPicPr>
        <p:blipFill>
          <a:blip r:embed="rId9"/>
          <a:stretch>
            <a:fillRect/>
          </a:stretch>
        </p:blipFill>
        <p:spPr>
          <a:xfrm>
            <a:off x="3337560" y="1169035"/>
            <a:ext cx="5050790" cy="484568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008120" y="3044825"/>
            <a:ext cx="5136515" cy="1085850"/>
          </a:xfrm>
        </p:spPr>
        <p:txBody>
          <a:bodyPr/>
          <a:p>
            <a:endParaRPr lang="en-US"/>
          </a:p>
        </p:txBody>
      </p:sp>
      <p:grpSp>
        <p:nvGrpSpPr>
          <p:cNvPr id="16" name="Group 15"/>
          <p:cNvGrpSpPr/>
          <p:nvPr/>
        </p:nvGrpSpPr>
        <p:grpSpPr>
          <a:xfrm>
            <a:off x="4556440" y="3554920"/>
            <a:ext cx="668160" cy="46800"/>
            <a:chOff x="4556440" y="3554920"/>
            <a:chExt cx="668160" cy="46800"/>
          </a:xfrm>
        </p:grpSpPr>
        <mc:AlternateContent xmlns:mc="http://schemas.openxmlformats.org/markup-compatibility/2006" xmlns:p14="http://schemas.microsoft.com/office/powerpoint/2010/main">
          <mc:Choice Requires="p14">
            <p:contentPart r:id="rId1" p14:bwMode="auto">
              <p14:nvContentPartPr>
                <p14:cNvPr id="13" name="Ink 12"/>
                <p14:cNvContentPartPr/>
                <p14:nvPr/>
              </p14:nvContentPartPr>
              <p14:xfrm>
                <a:off x="4771720" y="3554920"/>
                <a:ext cx="452880" cy="22320"/>
              </p14:xfrm>
            </p:contentPart>
          </mc:Choice>
          <mc:Fallback xmlns="">
            <p:pic>
              <p:nvPicPr>
                <p:cNvPr id="13" name="Ink 12"/>
              </p:nvPicPr>
              <p:blipFill>
                <a:blip r:embed="rId2"/>
              </p:blipFill>
              <p:spPr>
                <a:xfrm>
                  <a:off x="4771720" y="3554920"/>
                  <a:ext cx="452880" cy="2232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14" name="Ink 13"/>
                <p14:cNvContentPartPr/>
                <p14:nvPr/>
              </p14:nvContentPartPr>
              <p14:xfrm>
                <a:off x="4556440" y="3571120"/>
                <a:ext cx="56520" cy="30600"/>
              </p14:xfrm>
            </p:contentPart>
          </mc:Choice>
          <mc:Fallback xmlns="">
            <p:pic>
              <p:nvPicPr>
                <p:cNvPr id="14" name="Ink 13"/>
              </p:nvPicPr>
              <p:blipFill>
                <a:blip r:embed="rId4"/>
              </p:blipFill>
              <p:spPr>
                <a:xfrm>
                  <a:off x="4556440" y="3571120"/>
                  <a:ext cx="56520" cy="306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15" name="Ink 14"/>
                <p14:cNvContentPartPr/>
                <p14:nvPr/>
              </p14:nvContentPartPr>
              <p14:xfrm>
                <a:off x="4617640" y="3572920"/>
                <a:ext cx="72000" cy="18720"/>
              </p14:xfrm>
            </p:contentPart>
          </mc:Choice>
          <mc:Fallback xmlns="">
            <p:pic>
              <p:nvPicPr>
                <p:cNvPr id="15" name="Ink 14"/>
              </p:nvPicPr>
              <p:blipFill>
                <a:blip r:embed="rId6"/>
              </p:blipFill>
              <p:spPr>
                <a:xfrm>
                  <a:off x="4617640" y="3572920"/>
                  <a:ext cx="72000" cy="18720"/>
                </a:xfrm>
                <a:prstGeom prst="rect"/>
              </p:spPr>
            </p:pic>
          </mc:Fallback>
        </mc:AlternateContent>
      </p:grpSp>
      <mc:AlternateContent xmlns:mc="http://schemas.openxmlformats.org/markup-compatibility/2006" xmlns:p14="http://schemas.microsoft.com/office/powerpoint/2010/main">
        <mc:Choice Requires="p14">
          <p:contentPart r:id="rId7" p14:bwMode="auto">
            <p14:nvContentPartPr>
              <p14:cNvPr id="17" name="Ink 16"/>
              <p14:cNvContentPartPr/>
              <p14:nvPr/>
            </p14:nvContentPartPr>
            <p14:xfrm>
              <a:off x="6012060" y="1935300"/>
              <a:ext cx="360" cy="360"/>
            </p14:xfrm>
          </p:contentPart>
        </mc:Choice>
        <mc:Fallback xmlns="">
          <p:pic>
            <p:nvPicPr>
              <p:cNvPr id="17" name="Ink 16"/>
            </p:nvPicPr>
            <p:blipFill>
              <a:blip r:embed="rId8"/>
            </p:blipFill>
            <p:spPr>
              <a:xfrm>
                <a:off x="6012060" y="1935300"/>
                <a:ext cx="360" cy="360"/>
              </a:xfrm>
              <a:prstGeom prst="rect"/>
            </p:spPr>
          </p:pic>
        </mc:Fallback>
      </mc:AlternateContent>
      <p:sp>
        <p:nvSpPr>
          <p:cNvPr id="21" name="Rectangle 20"/>
          <p:cNvSpPr/>
          <p:nvPr/>
        </p:nvSpPr>
        <p:spPr>
          <a:xfrm>
            <a:off x="5057288" y="6244184"/>
            <a:ext cx="1909544" cy="1153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TextBox 5"/>
          <p:cNvSpPr txBox="1"/>
          <p:nvPr/>
        </p:nvSpPr>
        <p:spPr>
          <a:xfrm>
            <a:off x="3047223" y="325639"/>
            <a:ext cx="6097554" cy="523220"/>
          </a:xfrm>
          <a:prstGeom prst="rect">
            <a:avLst/>
          </a:prstGeom>
          <a:noFill/>
        </p:spPr>
        <p:txBody>
          <a:bodyPr wrap="square">
            <a:spAutoFit/>
          </a:bodyPr>
          <a:lstStyle/>
          <a:p>
            <a:pPr algn="ctr"/>
            <a:r>
              <a:rPr lang="en-IN" sz="2800" dirty="0"/>
              <a:t>CLASS DIAGRAM</a:t>
            </a:r>
            <a:endParaRPr lang="en-IN" sz="2800" dirty="0"/>
          </a:p>
        </p:txBody>
      </p:sp>
      <p:pic>
        <p:nvPicPr>
          <p:cNvPr id="3" name="Content Placeholder 2" descr="Screenshot (192)"/>
          <p:cNvPicPr>
            <a:picLocks noChangeAspect="1"/>
          </p:cNvPicPr>
          <p:nvPr>
            <p:ph sz="quarter" idx="13"/>
          </p:nvPr>
        </p:nvPicPr>
        <p:blipFill>
          <a:blip r:embed="rId9"/>
          <a:stretch>
            <a:fillRect/>
          </a:stretch>
        </p:blipFill>
        <p:spPr>
          <a:xfrm>
            <a:off x="2509520" y="1371600"/>
            <a:ext cx="6696710" cy="34747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47223" y="417192"/>
            <a:ext cx="6097554" cy="523220"/>
          </a:xfrm>
          <a:prstGeom prst="rect">
            <a:avLst/>
          </a:prstGeom>
          <a:noFill/>
        </p:spPr>
        <p:txBody>
          <a:bodyPr wrap="square">
            <a:spAutoFit/>
          </a:bodyPr>
          <a:lstStyle/>
          <a:p>
            <a:pPr marL="0" algn="ctr" rtl="0" eaLnBrk="1" latinLnBrk="0" hangingPunct="1">
              <a:spcBef>
                <a:spcPts val="0"/>
              </a:spcBef>
              <a:spcAft>
                <a:spcPts val="0"/>
              </a:spcAft>
            </a:pPr>
            <a:r>
              <a:rPr lang="en-IN" sz="2800" kern="1200" dirty="0">
                <a:solidFill>
                  <a:srgbClr val="000000"/>
                </a:solidFill>
                <a:effectLst/>
                <a:latin typeface="Trebuchet MS" panose="020B0603020202020204" charset="0"/>
                <a:ea typeface="+mn-ea"/>
                <a:cs typeface="+mn-cs"/>
              </a:rPr>
              <a:t>COLLABORATION DIAGRAM</a:t>
            </a:r>
            <a:endParaRPr lang="en-IN" sz="2800" dirty="0">
              <a:effectLst/>
            </a:endParaRPr>
          </a:p>
        </p:txBody>
      </p:sp>
      <p:pic>
        <p:nvPicPr>
          <p:cNvPr id="2" name="Picture 1" descr="Screenshot (189)"/>
          <p:cNvPicPr>
            <a:picLocks noChangeAspect="1"/>
          </p:cNvPicPr>
          <p:nvPr/>
        </p:nvPicPr>
        <p:blipFill>
          <a:blip r:embed="rId1"/>
          <a:stretch>
            <a:fillRect/>
          </a:stretch>
        </p:blipFill>
        <p:spPr>
          <a:xfrm>
            <a:off x="1085850" y="1552575"/>
            <a:ext cx="9981565" cy="37528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47223" y="333183"/>
            <a:ext cx="6097554" cy="523220"/>
          </a:xfrm>
          <a:prstGeom prst="rect">
            <a:avLst/>
          </a:prstGeom>
          <a:noFill/>
        </p:spPr>
        <p:txBody>
          <a:bodyPr wrap="square">
            <a:spAutoFit/>
          </a:bodyPr>
          <a:lstStyle/>
          <a:p>
            <a:pPr algn="ctr"/>
            <a:r>
              <a:rPr lang="en-IN" sz="2800" dirty="0"/>
              <a:t>DEPLOYMENT DIAGRAM</a:t>
            </a:r>
            <a:endParaRPr lang="en-IN" sz="2800" dirty="0"/>
          </a:p>
        </p:txBody>
      </p:sp>
      <p:sp>
        <p:nvSpPr>
          <p:cNvPr id="2" name="Text Box 1"/>
          <p:cNvSpPr txBox="1"/>
          <p:nvPr/>
        </p:nvSpPr>
        <p:spPr>
          <a:xfrm>
            <a:off x="6004560" y="1936750"/>
            <a:ext cx="4064000" cy="368300"/>
          </a:xfrm>
          <a:prstGeom prst="rect">
            <a:avLst/>
          </a:prstGeom>
          <a:noFill/>
        </p:spPr>
        <p:txBody>
          <a:bodyPr wrap="square" rtlCol="0">
            <a:spAutoFit/>
          </a:bodyPr>
          <a:p>
            <a:endParaRPr lang="en-US"/>
          </a:p>
        </p:txBody>
      </p:sp>
      <p:pic>
        <p:nvPicPr>
          <p:cNvPr id="10" name="Picture 9" descr="Screenshot (167)"/>
          <p:cNvPicPr>
            <a:picLocks noChangeAspect="1"/>
          </p:cNvPicPr>
          <p:nvPr/>
        </p:nvPicPr>
        <p:blipFill>
          <a:blip r:embed="rId1"/>
          <a:srcRect l="41326" t="55454" r="31891" b="22935"/>
          <a:stretch>
            <a:fillRect/>
          </a:stretch>
        </p:blipFill>
        <p:spPr>
          <a:xfrm>
            <a:off x="4243705" y="1715770"/>
            <a:ext cx="4152265" cy="19240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047223" y="381192"/>
            <a:ext cx="6097554" cy="523220"/>
          </a:xfrm>
          <a:prstGeom prst="rect">
            <a:avLst/>
          </a:prstGeom>
          <a:noFill/>
        </p:spPr>
        <p:txBody>
          <a:bodyPr wrap="square">
            <a:spAutoFit/>
          </a:bodyPr>
          <a:lstStyle/>
          <a:p>
            <a:pPr algn="ctr"/>
            <a:r>
              <a:rPr lang="en-IN" sz="2800" dirty="0"/>
              <a:t>ACTIVITY DIAGRAM</a:t>
            </a:r>
            <a:endParaRPr lang="en-IN" sz="2800" dirty="0"/>
          </a:p>
        </p:txBody>
      </p:sp>
      <p:pic>
        <p:nvPicPr>
          <p:cNvPr id="2" name="Picture 1" descr="Screenshot (190)"/>
          <p:cNvPicPr>
            <a:picLocks noChangeAspect="1"/>
          </p:cNvPicPr>
          <p:nvPr/>
        </p:nvPicPr>
        <p:blipFill>
          <a:blip r:embed="rId1"/>
          <a:srcRect l="14593" r="19771"/>
          <a:stretch>
            <a:fillRect/>
          </a:stretch>
        </p:blipFill>
        <p:spPr>
          <a:xfrm>
            <a:off x="3272790" y="1292860"/>
            <a:ext cx="5215255" cy="519811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3048000" y="2829560"/>
            <a:ext cx="6096000" cy="1198880"/>
          </a:xfrm>
          <a:prstGeom prst="rect">
            <a:avLst/>
          </a:prstGeom>
          <a:noFill/>
        </p:spPr>
        <p:txBody>
          <a:bodyPr wrap="square" rtlCol="0" anchor="t">
            <a:spAutoFit/>
          </a:bodyPr>
          <a:p>
            <a:pPr algn="ctr"/>
            <a:r>
              <a:rPr lang="en-US" sz="2400" dirty="0">
                <a:ln w="12700">
                  <a:solidFill>
                    <a:srgbClr val="7030A0"/>
                  </a:solidFill>
                  <a:prstDash val="solid"/>
                </a:ln>
                <a:solidFill>
                  <a:srgbClr val="7030A0"/>
                </a:solidFill>
                <a:effectLst>
                  <a:outerShdw blurRad="50800" dist="38100" dir="2700000" algn="tl" rotWithShape="0">
                    <a:prstClr val="black">
                      <a:alpha val="40000"/>
                    </a:prstClr>
                  </a:outerShdw>
                </a:effectLst>
                <a:latin typeface="Times New Roman" panose="02020603050405020304" pitchFamily="18" charset="0"/>
                <a:ea typeface="Kozuka Mincho Pr6N B" panose="02020800000000000000" pitchFamily="18" charset="-128"/>
                <a:cs typeface="Times New Roman" panose="02020603050405020304" pitchFamily="18" charset="0"/>
                <a:sym typeface="+mn-ea"/>
              </a:rPr>
              <a:t>SEMINAR – 2</a:t>
            </a:r>
            <a:endParaRPr lang="en-US" sz="2400" dirty="0">
              <a:ln w="12700">
                <a:solidFill>
                  <a:srgbClr val="7030A0"/>
                </a:solidFill>
                <a:prstDash val="solid"/>
              </a:ln>
              <a:solidFill>
                <a:srgbClr val="7030A0"/>
              </a:solidFill>
              <a:effectLst>
                <a:outerShdw blurRad="50800" dist="38100" dir="2700000" algn="tl" rotWithShape="0">
                  <a:prstClr val="black">
                    <a:alpha val="40000"/>
                  </a:prstClr>
                </a:outerShdw>
              </a:effectLst>
              <a:latin typeface="Times New Roman" panose="02020603050405020304" pitchFamily="18" charset="0"/>
              <a:ea typeface="Kozuka Mincho Pr6N B" panose="02020800000000000000" pitchFamily="18" charset="-128"/>
              <a:cs typeface="Times New Roman" panose="02020603050405020304" pitchFamily="18" charset="0"/>
              <a:sym typeface="+mn-ea"/>
            </a:endParaRPr>
          </a:p>
          <a:p>
            <a:pPr algn="ctr"/>
            <a:r>
              <a:rPr lang="en-US" sz="2400" dirty="0">
                <a:ln w="12700">
                  <a:solidFill>
                    <a:srgbClr val="7030A0"/>
                  </a:solidFill>
                  <a:prstDash val="solid"/>
                </a:ln>
                <a:solidFill>
                  <a:srgbClr val="7030A0"/>
                </a:solidFill>
                <a:effectLst>
                  <a:outerShdw blurRad="50800" dist="38100" dir="2700000" algn="tl" rotWithShape="0">
                    <a:prstClr val="black">
                      <a:alpha val="40000"/>
                    </a:prstClr>
                  </a:outerShdw>
                </a:effectLst>
                <a:latin typeface="Times New Roman" panose="02020603050405020304" pitchFamily="18" charset="0"/>
                <a:ea typeface="Kozuka Mincho Pr6N B" panose="02020800000000000000" pitchFamily="18" charset="-128"/>
                <a:cs typeface="Times New Roman" panose="02020603050405020304" pitchFamily="18" charset="0"/>
                <a:sym typeface="+mn-ea"/>
              </a:rPr>
              <a:t>(IMPLEMENTATION, TESTING &amp; RESULTS)</a:t>
            </a:r>
            <a:endParaRPr lang="en-US" sz="2400" dirty="0">
              <a:ln w="12700">
                <a:solidFill>
                  <a:srgbClr val="7030A0"/>
                </a:solidFill>
                <a:prstDash val="solid"/>
              </a:ln>
              <a:solidFill>
                <a:srgbClr val="7030A0"/>
              </a:solidFill>
              <a:effectLst>
                <a:outerShdw blurRad="50800" dist="38100" dir="2700000" algn="tl" rotWithShape="0">
                  <a:prstClr val="black">
                    <a:alpha val="40000"/>
                  </a:prstClr>
                </a:outerShdw>
              </a:effectLst>
              <a:latin typeface="Times New Roman" panose="02020603050405020304" pitchFamily="18" charset="0"/>
              <a:ea typeface="Kozuka Mincho Pr6N B" panose="02020800000000000000" pitchFamily="18" charset="-128"/>
              <a:cs typeface="Times New Roman" panose="02020603050405020304" pitchFamily="18" charset="0"/>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3048000" y="2829560"/>
            <a:ext cx="6096000" cy="460375"/>
          </a:xfrm>
          <a:prstGeom prst="rect">
            <a:avLst/>
          </a:prstGeom>
          <a:noFill/>
        </p:spPr>
        <p:txBody>
          <a:bodyPr wrap="square" rtlCol="0" anchor="t">
            <a:spAutoFit/>
          </a:bodyPr>
          <a:p>
            <a:pPr algn="ctr"/>
            <a:r>
              <a:rPr lang="en-US" sz="2400" b="1" dirty="0">
                <a:solidFill>
                  <a:schemeClr val="accent2">
                    <a:lumMod val="75000"/>
                  </a:schemeClr>
                </a:solidFill>
                <a:latin typeface="Times New Roman" panose="02020603050405020304" pitchFamily="18" charset="0"/>
                <a:cs typeface="Times New Roman" panose="02020603050405020304" pitchFamily="18" charset="0"/>
                <a:sym typeface="+mn-ea"/>
              </a:rPr>
              <a:t>IMPLEMENTATION</a:t>
            </a:r>
            <a:endParaRPr lang="en-US" sz="2400" dirty="0">
              <a:ln w="12700">
                <a:solidFill>
                  <a:srgbClr val="7030A0"/>
                </a:solidFill>
                <a:prstDash val="solid"/>
              </a:ln>
              <a:solidFill>
                <a:srgbClr val="7030A0"/>
              </a:solidFill>
              <a:effectLst>
                <a:outerShdw blurRad="50800" dist="38100" dir="2700000" algn="tl" rotWithShape="0">
                  <a:prstClr val="black">
                    <a:alpha val="40000"/>
                  </a:prstClr>
                </a:outerShdw>
              </a:effectLst>
              <a:latin typeface="Times New Roman" panose="02020603050405020304" pitchFamily="18" charset="0"/>
              <a:ea typeface="Kozuka Mincho Pr6N B" panose="02020800000000000000" pitchFamily="18" charset="-128"/>
              <a:cs typeface="Times New Roman" panose="02020603050405020304" pitchFamily="18" charset="0"/>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91795" y="59055"/>
            <a:ext cx="8752205" cy="6346190"/>
          </a:xfrm>
          <a:prstGeom prst="rect">
            <a:avLst/>
          </a:prstGeom>
          <a:noFill/>
        </p:spPr>
        <p:txBody>
          <a:bodyPr wrap="square" rtlCol="0" anchor="t">
            <a:noAutofit/>
          </a:bodyPr>
          <a:p>
            <a:r>
              <a:rPr lang="en-US" sz="1600"/>
              <a:t>from flask import Flask, url_for, redirect, render_template, request, session</a:t>
            </a:r>
            <a:endParaRPr lang="en-US" sz="1600"/>
          </a:p>
          <a:p>
            <a:r>
              <a:rPr lang="en-US" sz="1600"/>
              <a:t>import mysql.connector, os, re</a:t>
            </a:r>
            <a:endParaRPr lang="en-US" sz="1600"/>
          </a:p>
          <a:p>
            <a:r>
              <a:rPr lang="en-US" sz="1600"/>
              <a:t>import pandas as pd</a:t>
            </a:r>
            <a:endParaRPr lang="en-US" sz="1600"/>
          </a:p>
          <a:p>
            <a:r>
              <a:rPr lang="en-US" sz="1600"/>
              <a:t>import numpy as np</a:t>
            </a:r>
            <a:endParaRPr lang="en-US" sz="1600"/>
          </a:p>
          <a:p>
            <a:r>
              <a:rPr lang="en-US" sz="1600"/>
              <a:t>from sklearn.model_selection import train_test_split</a:t>
            </a:r>
            <a:endParaRPr lang="en-US" sz="1600"/>
          </a:p>
          <a:p>
            <a:r>
              <a:rPr lang="en-US" sz="1600"/>
              <a:t>from sklearn.preprocessing import StandardScaler,LabelEncoder</a:t>
            </a:r>
            <a:endParaRPr lang="en-US" sz="1600"/>
          </a:p>
          <a:p>
            <a:r>
              <a:rPr lang="en-US" sz="1600"/>
              <a:t>from sklearn.metrics import accuracy_score, classification_report</a:t>
            </a:r>
            <a:endParaRPr lang="en-US" sz="1600"/>
          </a:p>
          <a:p>
            <a:r>
              <a:rPr lang="en-US" sz="1600"/>
              <a:t>from xgboost import XGBClassifier</a:t>
            </a:r>
            <a:endParaRPr lang="en-US" sz="1600"/>
          </a:p>
          <a:p>
            <a:r>
              <a:rPr lang="en-US" sz="1600"/>
              <a:t>from sklearn.ensemble import AdaBoostClassifier</a:t>
            </a:r>
            <a:endParaRPr lang="en-US" sz="1600"/>
          </a:p>
          <a:p>
            <a:r>
              <a:rPr lang="en-US" sz="1600"/>
              <a:t>from sklearn.linear_model import LogisticRegression</a:t>
            </a:r>
            <a:endParaRPr lang="en-US" sz="1600"/>
          </a:p>
          <a:p>
            <a:r>
              <a:rPr lang="en-US" sz="1600"/>
              <a:t>from sklearn.ensemble import StackingClassifier</a:t>
            </a:r>
            <a:endParaRPr lang="en-US" sz="1600"/>
          </a:p>
          <a:p>
            <a:r>
              <a:rPr lang="en-US" sz="1600"/>
              <a:t>from sklearn.metrics import accuracy_score, classification_report</a:t>
            </a:r>
            <a:endParaRPr lang="en-US" sz="1600"/>
          </a:p>
          <a:p>
            <a:r>
              <a:rPr lang="en-US" sz="1600"/>
              <a:t>from sklearn.ensemble import VotingClassifier</a:t>
            </a:r>
            <a:endParaRPr lang="en-US" sz="1600"/>
          </a:p>
          <a:p>
            <a:r>
              <a:rPr lang="en-US" sz="1600"/>
              <a:t>from sklearn.preprocessing import LabelEncoder</a:t>
            </a:r>
            <a:endParaRPr lang="en-US" sz="1600"/>
          </a:p>
          <a:p>
            <a:r>
              <a:rPr lang="en-US" sz="1600"/>
              <a:t>import joblib</a:t>
            </a:r>
            <a:endParaRPr lang="en-US" sz="1600"/>
          </a:p>
          <a:p>
            <a:r>
              <a:rPr lang="en-US" sz="1600"/>
              <a:t>from imblearn.over_sampling import SMOTE</a:t>
            </a:r>
            <a:endParaRPr lang="en-US" sz="1600"/>
          </a:p>
          <a:p>
            <a:r>
              <a:rPr lang="en-US" sz="1600"/>
              <a:t>import pickle</a:t>
            </a:r>
            <a:endParaRPr lang="en-US" sz="1600"/>
          </a:p>
          <a:p>
            <a:r>
              <a:rPr lang="en-US" sz="1600"/>
              <a:t>import numpy as np</a:t>
            </a:r>
            <a:endParaRPr lang="en-US" sz="1600"/>
          </a:p>
          <a:p>
            <a:r>
              <a:rPr lang="en-US" sz="1600"/>
              <a:t>import pandas as pd</a:t>
            </a:r>
            <a:endParaRPr lang="en-US" sz="1600"/>
          </a:p>
          <a:p>
            <a:r>
              <a:rPr lang="en-US" sz="1600"/>
              <a:t>from sklearn.preprocessing import StandardScaler</a:t>
            </a:r>
            <a:endParaRPr lang="en-US" sz="16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91795" y="59055"/>
            <a:ext cx="8752205" cy="6346190"/>
          </a:xfrm>
          <a:prstGeom prst="rect">
            <a:avLst/>
          </a:prstGeom>
          <a:noFill/>
        </p:spPr>
        <p:txBody>
          <a:bodyPr wrap="square" rtlCol="0" anchor="t">
            <a:noAutofit/>
          </a:bodyPr>
          <a:p>
            <a:r>
              <a:rPr lang="en-US"/>
              <a:t>@app.route('/prediction', methods=["GET", "POST"])</a:t>
            </a:r>
            <a:endParaRPr lang="en-US"/>
          </a:p>
          <a:p>
            <a:r>
              <a:rPr lang="en-US"/>
              <a:t>def prediction():</a:t>
            </a:r>
            <a:endParaRPr lang="en-US"/>
          </a:p>
          <a:p>
            <a:r>
              <a:rPr lang="en-US"/>
              <a:t>    result = None</a:t>
            </a:r>
            <a:endParaRPr lang="en-US"/>
          </a:p>
          <a:p>
            <a:r>
              <a:rPr lang="en-US"/>
              <a:t>    if request.method == "POST":</a:t>
            </a:r>
            <a:endParaRPr lang="en-US"/>
          </a:p>
          <a:p>
            <a:r>
              <a:rPr lang="en-US"/>
              <a:t>        Gender = int(request.form['Gender'])</a:t>
            </a:r>
            <a:endParaRPr lang="en-US"/>
          </a:p>
          <a:p>
            <a:r>
              <a:rPr lang="en-US"/>
              <a:t>        Age = int(request.form['Age'])</a:t>
            </a:r>
            <a:endParaRPr lang="en-US"/>
          </a:p>
          <a:p>
            <a:r>
              <a:rPr lang="en-US"/>
              <a:t>        Occupation = int(request.form['Occupation'])</a:t>
            </a:r>
            <a:endParaRPr lang="en-US"/>
          </a:p>
          <a:p>
            <a:r>
              <a:rPr lang="en-US"/>
              <a:t>        Sleep_Duration = float(request.form['Sleep_Duration'])</a:t>
            </a:r>
            <a:endParaRPr lang="en-US"/>
          </a:p>
          <a:p>
            <a:r>
              <a:rPr lang="en-US"/>
              <a:t>        Quality_of_Sleep = int(request.form['Quality_of_Sleep'])</a:t>
            </a:r>
            <a:endParaRPr lang="en-US"/>
          </a:p>
          <a:p>
            <a:r>
              <a:rPr lang="en-US"/>
              <a:t>        Physical_Activity_Level = int(request.form['Physical_Activity_Level'])</a:t>
            </a:r>
            <a:endParaRPr lang="en-US"/>
          </a:p>
          <a:p>
            <a:r>
              <a:rPr lang="en-US"/>
              <a:t>        Stress_Level = int(request.form['Stress_Level'])</a:t>
            </a:r>
            <a:endParaRPr lang="en-US"/>
          </a:p>
          <a:p>
            <a:r>
              <a:rPr lang="en-US"/>
              <a:t>        BMI_Category = request.form['BMI_Category']</a:t>
            </a:r>
            <a:endParaRPr lang="en-US"/>
          </a:p>
          <a:p>
            <a:r>
              <a:rPr lang="en-US"/>
              <a:t>        systolic = int(request.form['systolic'])</a:t>
            </a:r>
            <a:endParaRPr lang="en-US"/>
          </a:p>
          <a:p>
            <a:r>
              <a:rPr lang="en-US"/>
              <a:t>        diastolic = int(request.form['diastolic'])</a:t>
            </a:r>
            <a:endParaRPr lang="en-US"/>
          </a:p>
          <a:p>
            <a:r>
              <a:rPr lang="en-US"/>
              <a:t>        Heart_Rate = int(request.form['Heart_Rate'])</a:t>
            </a:r>
            <a:endParaRPr lang="en-US"/>
          </a:p>
          <a:p>
            <a:r>
              <a:rPr lang="en-US"/>
              <a:t>        Daily_Steps = int(request.form['Daily_Steps'])</a:t>
            </a:r>
            <a:endParaRPr lang="en-US" sz="1600"/>
          </a:p>
          <a:p>
            <a:endParaRPr lang="en-US" sz="1600"/>
          </a:p>
          <a:p>
            <a:r>
              <a:rPr lang="en-US"/>
              <a:t>      # Predict using the stacking classifier model</a:t>
            </a:r>
            <a:endParaRPr lang="en-US"/>
          </a:p>
          <a:p>
            <a:r>
              <a:rPr lang="en-US"/>
              <a:t>        prediction = stacking_classifier.predict(input_k_best)</a:t>
            </a:r>
            <a:endParaRPr lang="en-US"/>
          </a:p>
          <a:p>
            <a:endParaRPr lang="en-US"/>
          </a:p>
          <a:p>
            <a:r>
              <a:rPr lang="en-US"/>
              <a:t>        # Map prediction to class labels</a:t>
            </a:r>
            <a:endParaRPr lang="en-US"/>
          </a:p>
          <a:p>
            <a:r>
              <a:rPr lang="en-US"/>
              <a:t>        class_labels = {0: 'No sleeping disorder', 1: 'Sleeping disorder'}</a:t>
            </a:r>
            <a:endParaRPr lang="en-US"/>
          </a:p>
          <a:p>
            <a:r>
              <a:rPr lang="en-US"/>
              <a:t>        result = class_labels[prediction[0]]</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91795" y="59055"/>
            <a:ext cx="8752205" cy="6346190"/>
          </a:xfrm>
          <a:prstGeom prst="rect">
            <a:avLst/>
          </a:prstGeom>
          <a:noFill/>
        </p:spPr>
        <p:txBody>
          <a:bodyPr wrap="square" rtlCol="0" anchor="t">
            <a:noAutofit/>
          </a:bodyPr>
          <a:p>
            <a:endParaRPr lang="en-US"/>
          </a:p>
        </p:txBody>
      </p:sp>
      <p:sp>
        <p:nvSpPr>
          <p:cNvPr id="3" name="TextBox 2"/>
          <p:cNvSpPr txBox="1"/>
          <p:nvPr/>
        </p:nvSpPr>
        <p:spPr>
          <a:xfrm>
            <a:off x="3161665" y="3135977"/>
            <a:ext cx="6096000" cy="58356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3200" b="1" dirty="0">
                <a:solidFill>
                  <a:schemeClr val="accent2">
                    <a:lumMod val="75000"/>
                  </a:schemeClr>
                </a:solidFill>
                <a:latin typeface="Times New Roman" panose="02020603050405020304" pitchFamily="18" charset="0"/>
                <a:cs typeface="Times New Roman" panose="02020603050405020304" pitchFamily="18" charset="0"/>
                <a:sym typeface="+mn-ea"/>
              </a:rPr>
              <a:t>TESTING</a:t>
            </a:r>
            <a:endParaRPr lang="en-IN" sz="3200" b="1" dirty="0">
              <a:solidFill>
                <a:schemeClr val="accent2">
                  <a:lumMod val="7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073150" y="184150"/>
            <a:ext cx="8752205" cy="1624330"/>
          </a:xfrm>
          <a:prstGeom prst="rect">
            <a:avLst/>
          </a:prstGeom>
          <a:noFill/>
        </p:spPr>
        <p:txBody>
          <a:bodyPr wrap="square" rtlCol="0" anchor="t">
            <a:noAutofit/>
          </a:bodyPr>
          <a:p>
            <a:r>
              <a:rPr lang="en-US"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To perform testing open VS Code and select the folder where you have  saved the files. Open terminal and type “python -m notebook” to navigate into the browser.</a:t>
            </a:r>
            <a:endParaRPr lang="en-US"/>
          </a:p>
        </p:txBody>
      </p:sp>
      <p:pic>
        <p:nvPicPr>
          <p:cNvPr id="3" name="Picture 2" descr="Screenshot (539)"/>
          <p:cNvPicPr>
            <a:picLocks noChangeAspect="1"/>
          </p:cNvPicPr>
          <p:nvPr/>
        </p:nvPicPr>
        <p:blipFill>
          <a:blip r:embed="rId1"/>
          <a:srcRect l="7608" t="-1608" r="3169" b="1608"/>
          <a:stretch>
            <a:fillRect/>
          </a:stretch>
        </p:blipFill>
        <p:spPr>
          <a:xfrm>
            <a:off x="1265555" y="866140"/>
            <a:ext cx="9457690" cy="556958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073150" y="184150"/>
            <a:ext cx="8752205" cy="1056640"/>
          </a:xfrm>
          <a:prstGeom prst="rect">
            <a:avLst/>
          </a:prstGeom>
          <a:noFill/>
        </p:spPr>
        <p:txBody>
          <a:bodyPr wrap="square" rtlCol="0" anchor="t">
            <a:noAutofit/>
          </a:bodyPr>
          <a:p>
            <a:r>
              <a:rPr lang="en-US"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After navigated into the browser select the “.</a:t>
            </a:r>
            <a:r>
              <a:rPr lang="en-US" dirty="0" err="1">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ipynb</a:t>
            </a:r>
            <a:r>
              <a:rPr lang="en-US"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 file and next select the cell which you have to test. Click on run button to get Accuracy scores of each algorithm.</a:t>
            </a:r>
            <a:endParaRPr lang="en-IN" b="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US"/>
          </a:p>
        </p:txBody>
      </p:sp>
      <p:pic>
        <p:nvPicPr>
          <p:cNvPr id="3" name="Picture 2" descr="Screenshot (370)"/>
          <p:cNvPicPr>
            <a:picLocks noChangeAspect="1"/>
          </p:cNvPicPr>
          <p:nvPr/>
        </p:nvPicPr>
        <p:blipFill>
          <a:blip r:embed="rId1"/>
          <a:stretch>
            <a:fillRect/>
          </a:stretch>
        </p:blipFill>
        <p:spPr>
          <a:xfrm>
            <a:off x="543560" y="974725"/>
            <a:ext cx="11342370" cy="552069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073150" y="184150"/>
            <a:ext cx="8752205" cy="5744845"/>
          </a:xfrm>
          <a:prstGeom prst="rect">
            <a:avLst/>
          </a:prstGeom>
          <a:noFill/>
        </p:spPr>
        <p:txBody>
          <a:bodyPr wrap="square" rtlCol="0" anchor="t">
            <a:noAutofit/>
          </a:bodyPr>
          <a:p>
            <a:pPr marL="0" indent="0" algn="l">
              <a:buNone/>
            </a:pPr>
            <a:r>
              <a:rPr lang="en-US"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Next select the cell which you have to test and click on run button to get Accuracy scores of each algorithm.</a:t>
            </a:r>
            <a:endParaRPr lang="en-US" b="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marL="0" indent="0" algn="l">
              <a:buNone/>
            </a:pPr>
            <a:endParaRPr lang="en-US" b="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r>
              <a:rPr lang="en-US"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Testing the data set using the following algorithms:</a:t>
            </a:r>
            <a:endParaRPr lang="en-IN" b="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US"/>
          </a:p>
        </p:txBody>
      </p:sp>
      <p:graphicFrame>
        <p:nvGraphicFramePr>
          <p:cNvPr id="3" name="Table 2"/>
          <p:cNvGraphicFramePr>
            <a:graphicFrameLocks noGrp="1"/>
          </p:cNvGraphicFramePr>
          <p:nvPr>
            <p:custDataLst>
              <p:tags r:id="rId1"/>
            </p:custDataLst>
          </p:nvPr>
        </p:nvGraphicFramePr>
        <p:xfrm>
          <a:off x="1072515" y="1807845"/>
          <a:ext cx="9496425" cy="3322320"/>
        </p:xfrm>
        <a:graphic>
          <a:graphicData uri="http://schemas.openxmlformats.org/drawingml/2006/table">
            <a:tbl>
              <a:tblPr firstRow="1" bandRow="1">
                <a:tableStyleId>{5C22544A-7EE6-4342-B048-85BDC9FD1C3A}</a:tableStyleId>
              </a:tblPr>
              <a:tblGrid>
                <a:gridCol w="3165475"/>
                <a:gridCol w="3165475"/>
                <a:gridCol w="3165475"/>
              </a:tblGrid>
              <a:tr h="415290">
                <a:tc>
                  <a:txBody>
                    <a:bodyPr/>
                    <a:p>
                      <a:pPr algn="ctr"/>
                      <a:r>
                        <a:rPr lang="en-IN" dirty="0"/>
                        <a:t>S. No</a:t>
                      </a:r>
                      <a:endParaRPr lang="en-IN" dirty="0"/>
                    </a:p>
                  </a:txBody>
                  <a:tcPr/>
                </a:tc>
                <a:tc>
                  <a:txBody>
                    <a:bodyPr/>
                    <a:p>
                      <a:r>
                        <a:rPr lang="en-IN" dirty="0"/>
                        <a:t>Name Of The Algorithm</a:t>
                      </a:r>
                      <a:endParaRPr lang="en-IN" dirty="0"/>
                    </a:p>
                  </a:txBody>
                  <a:tcPr/>
                </a:tc>
                <a:tc>
                  <a:txBody>
                    <a:bodyPr/>
                    <a:p>
                      <a:r>
                        <a:rPr lang="en-IN" dirty="0"/>
                        <a:t>Accuracy Score(%)</a:t>
                      </a:r>
                      <a:endParaRPr lang="en-IN" dirty="0"/>
                    </a:p>
                  </a:txBody>
                  <a:tcPr/>
                </a:tc>
              </a:tr>
              <a:tr h="415290">
                <a:tc>
                  <a:txBody>
                    <a:bodyPr/>
                    <a:p>
                      <a:pPr marL="0" marR="0" lvl="0" indent="0" algn="l" defTabSz="914400" rtl="0" eaLnBrk="1" fontAlgn="auto" latinLnBrk="0" hangingPunct="1">
                        <a:lnSpc>
                          <a:spcPct val="100000"/>
                        </a:lnSpc>
                        <a:spcBef>
                          <a:spcPts val="0"/>
                        </a:spcBef>
                        <a:spcAft>
                          <a:spcPts val="0"/>
                        </a:spcAft>
                        <a:buClrTx/>
                        <a:buSzTx/>
                        <a:buFontTx/>
                        <a:buNone/>
                        <a:defRPr/>
                      </a:pPr>
                      <a:r>
                        <a:rPr lang="en-IN" sz="1800" b="0" kern="1200" dirty="0">
                          <a:solidFill>
                            <a:schemeClr val="dk1"/>
                          </a:solidFill>
                          <a:effectLst/>
                          <a:latin typeface="+mn-lt"/>
                          <a:ea typeface="+mn-ea"/>
                          <a:cs typeface="+mn-cs"/>
                        </a:rPr>
                        <a:t>1</a:t>
                      </a:r>
                      <a:endParaRPr lang="en-IN" sz="1800" b="0" kern="1200" dirty="0">
                        <a:solidFill>
                          <a:schemeClr val="dk1"/>
                        </a:solidFill>
                        <a:effectLst/>
                        <a:latin typeface="+mn-lt"/>
                        <a:ea typeface="+mn-ea"/>
                        <a:cs typeface="+mn-cs"/>
                      </a:endParaRPr>
                    </a:p>
                  </a:txBody>
                  <a:tcPr/>
                </a:tc>
                <a:tc>
                  <a:txBody>
                    <a:bodyPr/>
                    <a:p>
                      <a:pPr marL="0" marR="0" lvl="0" indent="0" algn="l" defTabSz="914400" rtl="0" eaLnBrk="1" fontAlgn="auto" latinLnBrk="0" hangingPunct="1">
                        <a:lnSpc>
                          <a:spcPct val="100000"/>
                        </a:lnSpc>
                        <a:spcBef>
                          <a:spcPts val="0"/>
                        </a:spcBef>
                        <a:spcAft>
                          <a:spcPts val="0"/>
                        </a:spcAft>
                        <a:buClrTx/>
                        <a:buSzTx/>
                        <a:buFontTx/>
                        <a:buNone/>
                        <a:defRPr/>
                      </a:pPr>
                      <a:r>
                        <a:rPr lang="en-US" altLang="en-IN" sz="1800" b="0" kern="1200" dirty="0">
                          <a:solidFill>
                            <a:schemeClr val="dk1"/>
                          </a:solidFill>
                          <a:effectLst/>
                          <a:latin typeface="+mn-lt"/>
                          <a:ea typeface="+mn-ea"/>
                          <a:cs typeface="+mn-cs"/>
                        </a:rPr>
                        <a:t>KNN</a:t>
                      </a:r>
                      <a:endParaRPr lang="en-US" altLang="en-IN" sz="1800" b="0" kern="1200" dirty="0">
                        <a:solidFill>
                          <a:schemeClr val="dk1"/>
                        </a:solidFill>
                        <a:effectLst/>
                        <a:latin typeface="+mn-lt"/>
                        <a:ea typeface="+mn-ea"/>
                        <a:cs typeface="+mn-cs"/>
                      </a:endParaRPr>
                    </a:p>
                  </a:txBody>
                  <a:tcPr/>
                </a:tc>
                <a:tc>
                  <a:txBody>
                    <a:bodyPr/>
                    <a:p>
                      <a:r>
                        <a:rPr lang="en-US" altLang="en-IN" dirty="0"/>
                        <a:t>92.31</a:t>
                      </a:r>
                      <a:endParaRPr lang="en-US" altLang="en-IN" dirty="0"/>
                    </a:p>
                  </a:txBody>
                  <a:tcPr/>
                </a:tc>
              </a:tr>
              <a:tr h="415290">
                <a:tc>
                  <a:txBody>
                    <a:bodyPr/>
                    <a:p>
                      <a:r>
                        <a:rPr lang="en-IN" dirty="0"/>
                        <a:t>2</a:t>
                      </a:r>
                      <a:endParaRPr lang="en-IN" dirty="0"/>
                    </a:p>
                  </a:txBody>
                  <a:tcPr/>
                </a:tc>
                <a:tc>
                  <a:txBody>
                    <a:bodyPr/>
                    <a:p>
                      <a:pPr marL="0" marR="0" lvl="0" indent="0" algn="l" defTabSz="914400" rtl="0" eaLnBrk="1" fontAlgn="auto" latinLnBrk="0" hangingPunct="1">
                        <a:lnSpc>
                          <a:spcPct val="100000"/>
                        </a:lnSpc>
                        <a:spcBef>
                          <a:spcPts val="0"/>
                        </a:spcBef>
                        <a:spcAft>
                          <a:spcPts val="0"/>
                        </a:spcAft>
                        <a:buClrTx/>
                        <a:buSzTx/>
                        <a:buFontTx/>
                        <a:buNone/>
                        <a:defRPr/>
                      </a:pPr>
                      <a:r>
                        <a:rPr lang="en-US" altLang="en-IN" sz="1800" b="0" kern="1200" dirty="0">
                          <a:solidFill>
                            <a:schemeClr val="dk1"/>
                          </a:solidFill>
                          <a:effectLst/>
                          <a:latin typeface="+mn-lt"/>
                          <a:ea typeface="+mn-ea"/>
                          <a:cs typeface="+mn-cs"/>
                        </a:rPr>
                        <a:t>SVM</a:t>
                      </a:r>
                      <a:endParaRPr lang="en-US" altLang="en-IN" sz="1800" b="0" kern="1200" dirty="0">
                        <a:solidFill>
                          <a:schemeClr val="dk1"/>
                        </a:solidFill>
                        <a:effectLst/>
                        <a:latin typeface="+mn-lt"/>
                        <a:ea typeface="+mn-ea"/>
                        <a:cs typeface="+mn-cs"/>
                      </a:endParaRPr>
                    </a:p>
                  </a:txBody>
                  <a:tcPr/>
                </a:tc>
                <a:tc>
                  <a:txBody>
                    <a:bodyPr/>
                    <a:p>
                      <a:r>
                        <a:rPr lang="en-US" altLang="en-IN" dirty="0"/>
                        <a:t>91.05</a:t>
                      </a:r>
                      <a:endParaRPr lang="en-US" altLang="en-IN" dirty="0"/>
                    </a:p>
                  </a:txBody>
                  <a:tcPr/>
                </a:tc>
              </a:tr>
              <a:tr h="415290">
                <a:tc>
                  <a:txBody>
                    <a:bodyPr/>
                    <a:p>
                      <a:r>
                        <a:rPr lang="en-US" altLang="en-IN" dirty="0"/>
                        <a:t>3</a:t>
                      </a:r>
                      <a:endParaRPr lang="en-US" altLang="en-IN" dirty="0"/>
                    </a:p>
                  </a:txBody>
                  <a:tcPr/>
                </a:tc>
                <a:tc>
                  <a:txBody>
                    <a:bodyPr/>
                    <a:p>
                      <a:pPr marL="0" marR="0" lvl="0" indent="0" algn="l" defTabSz="914400" rtl="0" eaLnBrk="1" fontAlgn="auto" latinLnBrk="0" hangingPunct="1">
                        <a:lnSpc>
                          <a:spcPct val="100000"/>
                        </a:lnSpc>
                        <a:spcBef>
                          <a:spcPts val="0"/>
                        </a:spcBef>
                        <a:spcAft>
                          <a:spcPts val="0"/>
                        </a:spcAft>
                        <a:buClrTx/>
                        <a:buSzTx/>
                        <a:buFontTx/>
                        <a:buNone/>
                        <a:defRPr/>
                      </a:pPr>
                      <a:r>
                        <a:rPr lang="en-US" altLang="en-IN" sz="1800" dirty="0">
                          <a:effectLst/>
                          <a:sym typeface="+mn-ea"/>
                        </a:rPr>
                        <a:t>DECISION TREE</a:t>
                      </a:r>
                      <a:endParaRPr lang="en-US" altLang="en-IN" sz="1800" b="0" kern="1200" dirty="0">
                        <a:solidFill>
                          <a:schemeClr val="dk1"/>
                        </a:solidFill>
                        <a:effectLst/>
                        <a:latin typeface="+mn-lt"/>
                        <a:ea typeface="+mn-ea"/>
                        <a:cs typeface="+mn-cs"/>
                      </a:endParaRPr>
                    </a:p>
                  </a:txBody>
                  <a:tcPr/>
                </a:tc>
                <a:tc>
                  <a:txBody>
                    <a:bodyPr/>
                    <a:p>
                      <a:r>
                        <a:rPr lang="en-US" altLang="en-IN" dirty="0"/>
                        <a:t>90.91</a:t>
                      </a:r>
                      <a:endParaRPr lang="en-US" altLang="en-IN" dirty="0"/>
                    </a:p>
                  </a:txBody>
                  <a:tcPr/>
                </a:tc>
              </a:tr>
              <a:tr h="415290">
                <a:tc>
                  <a:txBody>
                    <a:bodyPr/>
                    <a:p>
                      <a:r>
                        <a:rPr lang="en-US" altLang="en-IN" dirty="0"/>
                        <a:t>4</a:t>
                      </a:r>
                      <a:endParaRPr lang="en-US" altLang="en-IN" dirty="0"/>
                    </a:p>
                  </a:txBody>
                  <a:tcPr/>
                </a:tc>
                <a:tc>
                  <a:txBody>
                    <a:bodyPr/>
                    <a:p>
                      <a:pPr marL="0" marR="0" lvl="0" indent="0" algn="l" defTabSz="914400" rtl="0" eaLnBrk="1" fontAlgn="auto" latinLnBrk="0" hangingPunct="1">
                        <a:lnSpc>
                          <a:spcPct val="100000"/>
                        </a:lnSpc>
                        <a:spcBef>
                          <a:spcPts val="0"/>
                        </a:spcBef>
                        <a:spcAft>
                          <a:spcPts val="0"/>
                        </a:spcAft>
                        <a:buClrTx/>
                        <a:buSzTx/>
                        <a:buFontTx/>
                        <a:buNone/>
                        <a:defRPr/>
                      </a:pPr>
                      <a:r>
                        <a:rPr lang="en-US" altLang="en-IN" sz="1800" b="0" kern="1200" dirty="0">
                          <a:solidFill>
                            <a:schemeClr val="dk1"/>
                          </a:solidFill>
                          <a:effectLst/>
                          <a:latin typeface="+mn-lt"/>
                          <a:ea typeface="+mn-ea"/>
                          <a:cs typeface="+mn-cs"/>
                        </a:rPr>
                        <a:t>RANDOM FOREST</a:t>
                      </a:r>
                      <a:endParaRPr lang="en-US" altLang="en-IN" sz="1800" b="0" kern="1200" dirty="0">
                        <a:solidFill>
                          <a:schemeClr val="dk1"/>
                        </a:solidFill>
                        <a:effectLst/>
                        <a:latin typeface="+mn-lt"/>
                        <a:ea typeface="+mn-ea"/>
                        <a:cs typeface="+mn-cs"/>
                      </a:endParaRPr>
                    </a:p>
                  </a:txBody>
                  <a:tcPr/>
                </a:tc>
                <a:tc>
                  <a:txBody>
                    <a:bodyPr/>
                    <a:p>
                      <a:r>
                        <a:rPr lang="en-US" altLang="en-IN" dirty="0"/>
                        <a:t>89.31</a:t>
                      </a:r>
                      <a:endParaRPr lang="en-US" altLang="en-IN" dirty="0"/>
                    </a:p>
                  </a:txBody>
                  <a:tcPr/>
                </a:tc>
              </a:tr>
              <a:tr h="415290">
                <a:tc>
                  <a:txBody>
                    <a:bodyPr/>
                    <a:p>
                      <a:r>
                        <a:rPr lang="en-US" altLang="en-IN" dirty="0"/>
                        <a:t>5</a:t>
                      </a:r>
                      <a:endParaRPr lang="en-US" altLang="en-IN" dirty="0"/>
                    </a:p>
                  </a:txBody>
                  <a:tcPr/>
                </a:tc>
                <a:tc>
                  <a:txBody>
                    <a:bodyPr/>
                    <a:p>
                      <a:pPr marL="0" marR="0" lvl="0" indent="0" algn="l" defTabSz="914400" rtl="0" eaLnBrk="1" fontAlgn="auto" latinLnBrk="0" hangingPunct="1">
                        <a:lnSpc>
                          <a:spcPct val="100000"/>
                        </a:lnSpc>
                        <a:spcBef>
                          <a:spcPts val="0"/>
                        </a:spcBef>
                        <a:spcAft>
                          <a:spcPts val="0"/>
                        </a:spcAft>
                        <a:buClrTx/>
                        <a:buSzTx/>
                        <a:buFontTx/>
                        <a:buNone/>
                        <a:defRPr/>
                      </a:pPr>
                      <a:r>
                        <a:rPr lang="en-US" altLang="en-IN" sz="1800" b="0" kern="1200" dirty="0">
                          <a:solidFill>
                            <a:schemeClr val="dk1"/>
                          </a:solidFill>
                          <a:effectLst/>
                          <a:latin typeface="+mn-lt"/>
                          <a:ea typeface="+mn-ea"/>
                          <a:cs typeface="+mn-cs"/>
                        </a:rPr>
                        <a:t>ANN</a:t>
                      </a:r>
                      <a:endParaRPr lang="en-US" altLang="en-IN" sz="1800" b="0" kern="1200" dirty="0">
                        <a:solidFill>
                          <a:schemeClr val="dk1"/>
                        </a:solidFill>
                        <a:effectLst/>
                        <a:latin typeface="+mn-lt"/>
                        <a:ea typeface="+mn-ea"/>
                        <a:cs typeface="+mn-cs"/>
                      </a:endParaRPr>
                    </a:p>
                  </a:txBody>
                  <a:tcPr/>
                </a:tc>
                <a:tc>
                  <a:txBody>
                    <a:bodyPr/>
                    <a:p>
                      <a:r>
                        <a:rPr lang="en-US" altLang="en-IN" dirty="0"/>
                        <a:t>87.30</a:t>
                      </a:r>
                      <a:endParaRPr lang="en-US" altLang="en-IN" dirty="0"/>
                    </a:p>
                  </a:txBody>
                  <a:tcPr/>
                </a:tc>
              </a:tr>
              <a:tr h="415290">
                <a:tc>
                  <a:txBody>
                    <a:bodyPr/>
                    <a:p>
                      <a:pPr>
                        <a:buNone/>
                      </a:pPr>
                      <a:r>
                        <a:rPr lang="en-US" altLang="en-IN" dirty="0"/>
                        <a:t>6</a:t>
                      </a:r>
                      <a:endParaRPr lang="en-US" altLang="en-IN" dirty="0"/>
                    </a:p>
                  </a:txBody>
                  <a:tcPr/>
                </a:tc>
                <a:tc>
                  <a:txBody>
                    <a:bodyPr/>
                    <a:p>
                      <a:pPr marL="0" marR="0" lvl="0" indent="0" algn="l" defTabSz="914400" rtl="0" eaLnBrk="1" fontAlgn="auto" latinLnBrk="0" hangingPunct="1">
                        <a:lnSpc>
                          <a:spcPct val="100000"/>
                        </a:lnSpc>
                        <a:spcBef>
                          <a:spcPts val="0"/>
                        </a:spcBef>
                        <a:spcAft>
                          <a:spcPts val="0"/>
                        </a:spcAft>
                        <a:buClrTx/>
                        <a:buSzTx/>
                        <a:buFontTx/>
                        <a:buNone/>
                        <a:defRPr/>
                      </a:pPr>
                      <a:r>
                        <a:rPr lang="en-US" altLang="en-IN" sz="1800" b="0" kern="1200" dirty="0">
                          <a:solidFill>
                            <a:schemeClr val="dk1"/>
                          </a:solidFill>
                          <a:effectLst/>
                          <a:latin typeface="+mn-lt"/>
                          <a:ea typeface="+mn-ea"/>
                          <a:cs typeface="+mn-cs"/>
                        </a:rPr>
                        <a:t>STACKING CLASSIFIER</a:t>
                      </a:r>
                      <a:endParaRPr lang="en-US" altLang="en-IN" sz="1800" b="0" kern="1200" dirty="0">
                        <a:solidFill>
                          <a:schemeClr val="dk1"/>
                        </a:solidFill>
                        <a:effectLst/>
                        <a:latin typeface="+mn-lt"/>
                        <a:ea typeface="+mn-ea"/>
                        <a:cs typeface="+mn-cs"/>
                      </a:endParaRPr>
                    </a:p>
                  </a:txBody>
                  <a:tcPr/>
                </a:tc>
                <a:tc>
                  <a:txBody>
                    <a:bodyPr/>
                    <a:p>
                      <a:pPr>
                        <a:buNone/>
                      </a:pPr>
                      <a:r>
                        <a:rPr lang="en-US" altLang="en-IN" dirty="0"/>
                        <a:t>94.32</a:t>
                      </a:r>
                      <a:endParaRPr lang="en-US" altLang="en-IN" dirty="0"/>
                    </a:p>
                  </a:txBody>
                  <a:tcPr/>
                </a:tc>
              </a:tr>
              <a:tr h="415290">
                <a:tc>
                  <a:txBody>
                    <a:bodyPr/>
                    <a:p>
                      <a:r>
                        <a:rPr lang="en-US" altLang="en-IN" dirty="0"/>
                        <a:t>7 </a:t>
                      </a:r>
                      <a:endParaRPr lang="en-US" altLang="en-IN" dirty="0"/>
                    </a:p>
                  </a:txBody>
                  <a:tcPr/>
                </a:tc>
                <a:tc>
                  <a:txBody>
                    <a:bodyPr/>
                    <a:p>
                      <a:pPr marL="0" marR="0" lvl="0" indent="0" algn="l" defTabSz="914400" rtl="0" eaLnBrk="1" fontAlgn="auto" latinLnBrk="0" hangingPunct="1">
                        <a:lnSpc>
                          <a:spcPct val="100000"/>
                        </a:lnSpc>
                        <a:spcBef>
                          <a:spcPts val="0"/>
                        </a:spcBef>
                        <a:spcAft>
                          <a:spcPts val="0"/>
                        </a:spcAft>
                        <a:buClrTx/>
                        <a:buSzTx/>
                        <a:buFontTx/>
                        <a:buNone/>
                        <a:defRPr/>
                      </a:pPr>
                      <a:r>
                        <a:rPr lang="en-US" altLang="en-IN" sz="1800" b="0" kern="1200" dirty="0">
                          <a:solidFill>
                            <a:schemeClr val="dk1"/>
                          </a:solidFill>
                          <a:effectLst/>
                          <a:latin typeface="+mn-lt"/>
                          <a:ea typeface="+mn-ea"/>
                          <a:cs typeface="+mn-cs"/>
                        </a:rPr>
                        <a:t>VOTING CLASSIFIER</a:t>
                      </a:r>
                      <a:endParaRPr lang="en-US" altLang="en-IN" sz="1800" b="0" kern="1200" dirty="0">
                        <a:solidFill>
                          <a:schemeClr val="dk1"/>
                        </a:solidFill>
                        <a:effectLst/>
                        <a:latin typeface="+mn-lt"/>
                        <a:ea typeface="+mn-ea"/>
                        <a:cs typeface="+mn-cs"/>
                      </a:endParaRPr>
                    </a:p>
                  </a:txBody>
                  <a:tcPr/>
                </a:tc>
                <a:tc>
                  <a:txBody>
                    <a:bodyPr/>
                    <a:p>
                      <a:r>
                        <a:rPr lang="en-US" altLang="en-IN" dirty="0"/>
                        <a:t>94.28</a:t>
                      </a:r>
                      <a:endParaRPr lang="en-US" altLang="en-IN" dirty="0"/>
                    </a:p>
                  </a:txBody>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creenshot (371)"/>
          <p:cNvPicPr>
            <a:picLocks noChangeAspect="1"/>
          </p:cNvPicPr>
          <p:nvPr/>
        </p:nvPicPr>
        <p:blipFill>
          <a:blip r:embed="rId1"/>
          <a:srcRect l="17001"/>
          <a:stretch>
            <a:fillRect/>
          </a:stretch>
        </p:blipFill>
        <p:spPr>
          <a:xfrm>
            <a:off x="1591945" y="857885"/>
            <a:ext cx="8583930" cy="5870575"/>
          </a:xfrm>
          <a:prstGeom prst="rect">
            <a:avLst/>
          </a:prstGeom>
        </p:spPr>
      </p:pic>
      <p:sp>
        <p:nvSpPr>
          <p:cNvPr id="4" name="Text Box 3"/>
          <p:cNvSpPr txBox="1"/>
          <p:nvPr/>
        </p:nvSpPr>
        <p:spPr>
          <a:xfrm>
            <a:off x="3048000" y="194310"/>
            <a:ext cx="6096000" cy="918210"/>
          </a:xfrm>
          <a:prstGeom prst="rect">
            <a:avLst/>
          </a:prstGeom>
          <a:noFill/>
        </p:spPr>
        <p:txBody>
          <a:bodyPr wrap="square" rtlCol="0" anchor="t">
            <a:noAutofit/>
          </a:bodyPr>
          <a:p>
            <a:r>
              <a:rPr lang="en-US" sz="22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Accuracy Score of  Algorithms:</a:t>
            </a:r>
            <a:endParaRPr lang="en-US" sz="22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3048000" y="500380"/>
            <a:ext cx="6096000" cy="429895"/>
          </a:xfrm>
          <a:prstGeom prst="rect">
            <a:avLst/>
          </a:prstGeom>
          <a:noFill/>
        </p:spPr>
        <p:txBody>
          <a:bodyPr wrap="square" rtlCol="0" anchor="t">
            <a:spAutoFit/>
          </a:bodyPr>
          <a:p>
            <a:r>
              <a:rPr lang="en-US" sz="22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Accuracy Score of KNN Algorithm:</a:t>
            </a:r>
            <a:endParaRPr lang="en-US" sz="22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endParaRPr>
          </a:p>
        </p:txBody>
      </p:sp>
      <p:pic>
        <p:nvPicPr>
          <p:cNvPr id="3" name="Picture 2" descr="Screenshot (372)"/>
          <p:cNvPicPr>
            <a:picLocks noChangeAspect="1"/>
          </p:cNvPicPr>
          <p:nvPr/>
        </p:nvPicPr>
        <p:blipFill>
          <a:blip r:embed="rId1"/>
          <a:srcRect l="17152" t="28802" r="3286" b="38807"/>
          <a:stretch>
            <a:fillRect/>
          </a:stretch>
        </p:blipFill>
        <p:spPr>
          <a:xfrm>
            <a:off x="1814195" y="1578610"/>
            <a:ext cx="8562975" cy="370141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3048000" y="500380"/>
            <a:ext cx="6096000" cy="429895"/>
          </a:xfrm>
          <a:prstGeom prst="rect">
            <a:avLst/>
          </a:prstGeom>
          <a:noFill/>
        </p:spPr>
        <p:txBody>
          <a:bodyPr wrap="square" rtlCol="0" anchor="t">
            <a:spAutoFit/>
          </a:bodyPr>
          <a:p>
            <a:r>
              <a:rPr lang="en-US" sz="22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Accuracy Score of SVM Algorithm:</a:t>
            </a:r>
            <a:endParaRPr lang="en-US" sz="22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endParaRPr>
          </a:p>
        </p:txBody>
      </p:sp>
      <p:pic>
        <p:nvPicPr>
          <p:cNvPr id="2" name="Picture 1" descr="svm"/>
          <p:cNvPicPr>
            <a:picLocks noChangeAspect="1"/>
          </p:cNvPicPr>
          <p:nvPr/>
        </p:nvPicPr>
        <p:blipFill>
          <a:blip r:embed="rId1"/>
          <a:stretch>
            <a:fillRect/>
          </a:stretch>
        </p:blipFill>
        <p:spPr>
          <a:xfrm>
            <a:off x="2712720" y="1798320"/>
            <a:ext cx="5932805" cy="257048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3048000" y="500380"/>
            <a:ext cx="6096000" cy="429895"/>
          </a:xfrm>
          <a:prstGeom prst="rect">
            <a:avLst/>
          </a:prstGeom>
          <a:noFill/>
        </p:spPr>
        <p:txBody>
          <a:bodyPr wrap="square" rtlCol="0" anchor="t">
            <a:spAutoFit/>
          </a:bodyPr>
          <a:p>
            <a:r>
              <a:rPr lang="en-US" sz="22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Accuracy Score of Decision Tree Algorithm:</a:t>
            </a:r>
            <a:endParaRPr lang="en-US" sz="22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endParaRPr>
          </a:p>
        </p:txBody>
      </p:sp>
      <p:pic>
        <p:nvPicPr>
          <p:cNvPr id="2" name="Picture 1" descr="Screenshot (374)"/>
          <p:cNvPicPr>
            <a:picLocks noChangeAspect="1"/>
          </p:cNvPicPr>
          <p:nvPr/>
        </p:nvPicPr>
        <p:blipFill>
          <a:blip r:embed="rId1"/>
          <a:srcRect l="16987" t="40065" r="-602" b="30139"/>
          <a:stretch>
            <a:fillRect/>
          </a:stretch>
        </p:blipFill>
        <p:spPr>
          <a:xfrm>
            <a:off x="2213610" y="1740535"/>
            <a:ext cx="7764145" cy="29845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3048000" y="500380"/>
            <a:ext cx="6096000" cy="429895"/>
          </a:xfrm>
          <a:prstGeom prst="rect">
            <a:avLst/>
          </a:prstGeom>
          <a:noFill/>
        </p:spPr>
        <p:txBody>
          <a:bodyPr wrap="square" rtlCol="0" anchor="t">
            <a:spAutoFit/>
          </a:bodyPr>
          <a:p>
            <a:r>
              <a:rPr lang="en-US" sz="22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Accuracy Score of Random Forest Algorithm:</a:t>
            </a:r>
            <a:endParaRPr lang="en-US" sz="22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endParaRPr>
          </a:p>
        </p:txBody>
      </p:sp>
      <p:pic>
        <p:nvPicPr>
          <p:cNvPr id="2" name="Picture 1" descr="random forestjpg"/>
          <p:cNvPicPr>
            <a:picLocks noChangeAspect="1"/>
          </p:cNvPicPr>
          <p:nvPr/>
        </p:nvPicPr>
        <p:blipFill>
          <a:blip r:embed="rId1"/>
          <a:stretch>
            <a:fillRect/>
          </a:stretch>
        </p:blipFill>
        <p:spPr>
          <a:xfrm>
            <a:off x="2329815" y="1818005"/>
            <a:ext cx="6921500" cy="255079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3048000" y="500380"/>
            <a:ext cx="6096000" cy="429895"/>
          </a:xfrm>
          <a:prstGeom prst="rect">
            <a:avLst/>
          </a:prstGeom>
          <a:noFill/>
        </p:spPr>
        <p:txBody>
          <a:bodyPr wrap="square" rtlCol="0" anchor="t">
            <a:spAutoFit/>
          </a:bodyPr>
          <a:p>
            <a:r>
              <a:rPr lang="en-US" sz="22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Accuracy Score of  ANN Algorithm:</a:t>
            </a:r>
            <a:endParaRPr lang="en-US" sz="22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endParaRPr>
          </a:p>
        </p:txBody>
      </p:sp>
      <p:pic>
        <p:nvPicPr>
          <p:cNvPr id="3" name="Picture 2" descr="Ann"/>
          <p:cNvPicPr>
            <a:picLocks noChangeAspect="1"/>
          </p:cNvPicPr>
          <p:nvPr/>
        </p:nvPicPr>
        <p:blipFill>
          <a:blip r:embed="rId1"/>
          <a:stretch>
            <a:fillRect/>
          </a:stretch>
        </p:blipFill>
        <p:spPr>
          <a:xfrm>
            <a:off x="2193290" y="1891665"/>
            <a:ext cx="6281420" cy="27686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3048000" y="500380"/>
            <a:ext cx="7197090" cy="429895"/>
          </a:xfrm>
          <a:prstGeom prst="rect">
            <a:avLst/>
          </a:prstGeom>
          <a:noFill/>
        </p:spPr>
        <p:txBody>
          <a:bodyPr wrap="square" rtlCol="0" anchor="t">
            <a:spAutoFit/>
          </a:bodyPr>
          <a:p>
            <a:r>
              <a:rPr lang="en-US" sz="22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Accuracy Score of  Stacking Classifier Algorithm:</a:t>
            </a:r>
            <a:endParaRPr lang="en-US" sz="22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endParaRPr>
          </a:p>
        </p:txBody>
      </p:sp>
      <p:pic>
        <p:nvPicPr>
          <p:cNvPr id="3" name="Picture 2" descr="Screenshot (377)"/>
          <p:cNvPicPr>
            <a:picLocks noChangeAspect="1"/>
          </p:cNvPicPr>
          <p:nvPr/>
        </p:nvPicPr>
        <p:blipFill>
          <a:blip r:embed="rId1"/>
          <a:srcRect l="13766" t="32474" b="6554"/>
          <a:stretch>
            <a:fillRect/>
          </a:stretch>
        </p:blipFill>
        <p:spPr>
          <a:xfrm>
            <a:off x="2052320" y="2128520"/>
            <a:ext cx="8663940" cy="326072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3048000" y="500380"/>
            <a:ext cx="7197090" cy="429895"/>
          </a:xfrm>
          <a:prstGeom prst="rect">
            <a:avLst/>
          </a:prstGeom>
          <a:noFill/>
        </p:spPr>
        <p:txBody>
          <a:bodyPr wrap="square" rtlCol="0" anchor="t">
            <a:spAutoFit/>
          </a:bodyPr>
          <a:p>
            <a:r>
              <a:rPr lang="en-US" sz="22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Accuracy Score of  voting Classifier Algorithm:</a:t>
            </a:r>
            <a:endParaRPr lang="en-US" sz="22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endParaRPr>
          </a:p>
        </p:txBody>
      </p:sp>
      <p:pic>
        <p:nvPicPr>
          <p:cNvPr id="2" name="Picture 1" descr="Screenshot (378)"/>
          <p:cNvPicPr>
            <a:picLocks noChangeAspect="1"/>
          </p:cNvPicPr>
          <p:nvPr/>
        </p:nvPicPr>
        <p:blipFill>
          <a:blip r:embed="rId1"/>
          <a:srcRect l="13873" t="26178" b="5988"/>
          <a:stretch>
            <a:fillRect/>
          </a:stretch>
        </p:blipFill>
        <p:spPr>
          <a:xfrm>
            <a:off x="1891665" y="2071370"/>
            <a:ext cx="8408670" cy="348170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368935" y="336550"/>
            <a:ext cx="10862945" cy="645160"/>
          </a:xfrm>
          <a:prstGeom prst="rect">
            <a:avLst/>
          </a:prstGeom>
          <a:noFill/>
        </p:spPr>
        <p:txBody>
          <a:bodyPr wrap="square" rtlCol="0" anchor="t">
            <a:spAutoFit/>
          </a:bodyPr>
          <a:p>
            <a:r>
              <a:rPr lang="en-US" b="1" dirty="0">
                <a:effectLst/>
                <a:latin typeface="Times New Roman" panose="02020603050405020304" pitchFamily="18" charset="0"/>
                <a:ea typeface="Calibri" panose="020F0502020204030204" charset="0"/>
                <a:cs typeface="Times New Roman" panose="02020603050405020304" pitchFamily="18" charset="0"/>
                <a:sym typeface="+mn-ea"/>
              </a:rPr>
              <a:t>HomePage:</a:t>
            </a:r>
            <a:r>
              <a:rPr lang="en-US" dirty="0">
                <a:effectLst/>
                <a:latin typeface="Times New Roman" panose="02020603050405020304" pitchFamily="18" charset="0"/>
                <a:ea typeface="Calibri" panose="020F0502020204030204" charset="0"/>
                <a:cs typeface="Times New Roman" panose="02020603050405020304" pitchFamily="18" charset="0"/>
                <a:sym typeface="+mn-ea"/>
              </a:rPr>
              <a:t> The HomePage serves as the landing page of your application. It provides an overview of the project's features, objectives, and benefits. Users can navigate to other sections of the application from this page</a:t>
            </a:r>
            <a:endParaRPr lang="en-US" dirty="0">
              <a:effectLst/>
              <a:latin typeface="Times New Roman" panose="02020603050405020304" pitchFamily="18" charset="0"/>
              <a:ea typeface="Calibri" panose="020F0502020204030204" charset="0"/>
              <a:cs typeface="Times New Roman" panose="02020603050405020304" pitchFamily="18" charset="0"/>
              <a:sym typeface="+mn-ea"/>
            </a:endParaRPr>
          </a:p>
        </p:txBody>
      </p:sp>
      <p:pic>
        <p:nvPicPr>
          <p:cNvPr id="4" name="Picture 3"/>
          <p:cNvPicPr>
            <a:picLocks noChangeAspect="1"/>
          </p:cNvPicPr>
          <p:nvPr/>
        </p:nvPicPr>
        <p:blipFill>
          <a:blip r:embed="rId1"/>
          <a:stretch>
            <a:fillRect/>
          </a:stretch>
        </p:blipFill>
        <p:spPr>
          <a:xfrm>
            <a:off x="1339572" y="1898014"/>
            <a:ext cx="9647296" cy="426709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368935" y="336550"/>
            <a:ext cx="10862945" cy="922020"/>
          </a:xfrm>
          <a:prstGeom prst="rect">
            <a:avLst/>
          </a:prstGeom>
          <a:noFill/>
        </p:spPr>
        <p:txBody>
          <a:bodyPr wrap="square" rtlCol="0" anchor="t">
            <a:spAutoFit/>
          </a:bodyPr>
          <a:p>
            <a:r>
              <a:rPr lang="en-US" b="1" dirty="0" err="1">
                <a:effectLst/>
                <a:latin typeface="Times New Roman" panose="02020603050405020304" pitchFamily="18" charset="0"/>
                <a:ea typeface="Calibri" panose="020F0502020204030204" charset="0"/>
                <a:cs typeface="Times New Roman" panose="02020603050405020304" pitchFamily="18" charset="0"/>
                <a:sym typeface="+mn-ea"/>
              </a:rPr>
              <a:t>AboutPage</a:t>
            </a:r>
            <a:r>
              <a:rPr lang="en-US" b="1" dirty="0">
                <a:effectLst/>
                <a:latin typeface="Times New Roman" panose="02020603050405020304" pitchFamily="18" charset="0"/>
                <a:ea typeface="Calibri" panose="020F0502020204030204" charset="0"/>
                <a:cs typeface="Times New Roman" panose="02020603050405020304" pitchFamily="18" charset="0"/>
                <a:sym typeface="+mn-ea"/>
              </a:rPr>
              <a:t>:</a:t>
            </a:r>
            <a:r>
              <a:rPr lang="en-US" dirty="0">
                <a:effectLst/>
                <a:latin typeface="Times New Roman" panose="02020603050405020304" pitchFamily="18" charset="0"/>
                <a:ea typeface="Calibri" panose="020F0502020204030204" charset="0"/>
                <a:cs typeface="Times New Roman" panose="02020603050405020304" pitchFamily="18" charset="0"/>
                <a:sym typeface="+mn-ea"/>
              </a:rPr>
              <a:t> The </a:t>
            </a:r>
            <a:r>
              <a:rPr lang="en-US" dirty="0" err="1">
                <a:effectLst/>
                <a:latin typeface="Times New Roman" panose="02020603050405020304" pitchFamily="18" charset="0"/>
                <a:ea typeface="Calibri" panose="020F0502020204030204" charset="0"/>
                <a:cs typeface="Times New Roman" panose="02020603050405020304" pitchFamily="18" charset="0"/>
                <a:sym typeface="+mn-ea"/>
              </a:rPr>
              <a:t>AboutPage</a:t>
            </a:r>
            <a:r>
              <a:rPr lang="en-US" dirty="0">
                <a:effectLst/>
                <a:latin typeface="Times New Roman" panose="02020603050405020304" pitchFamily="18" charset="0"/>
                <a:ea typeface="Calibri" panose="020F0502020204030204" charset="0"/>
                <a:cs typeface="Times New Roman" panose="02020603050405020304" pitchFamily="18" charset="0"/>
                <a:sym typeface="+mn-ea"/>
              </a:rPr>
              <a:t> offers detailed information about the project, including its purpose, goals, and the technology used. It provides background information on the problem being addressed and the methods employed.</a:t>
            </a:r>
            <a:endParaRPr lang="en-IN" dirty="0">
              <a:effectLst/>
              <a:latin typeface="Calibri" panose="020F0502020204030204" charset="0"/>
              <a:ea typeface="Calibri" panose="020F0502020204030204" charset="0"/>
              <a:cs typeface="Times New Roman" panose="02020603050405020304" pitchFamily="18" charset="0"/>
            </a:endParaRPr>
          </a:p>
          <a:p>
            <a:endParaRPr lang="en-US" dirty="0">
              <a:effectLst/>
              <a:latin typeface="Times New Roman" panose="02020603050405020304" pitchFamily="18" charset="0"/>
              <a:ea typeface="Calibri" panose="020F0502020204030204" charset="0"/>
              <a:cs typeface="Times New Roman" panose="02020603050405020304" pitchFamily="18" charset="0"/>
              <a:sym typeface="+mn-ea"/>
            </a:endParaRPr>
          </a:p>
        </p:txBody>
      </p:sp>
      <p:pic>
        <p:nvPicPr>
          <p:cNvPr id="2" name="Picture 1"/>
          <p:cNvPicPr>
            <a:picLocks noChangeAspect="1"/>
          </p:cNvPicPr>
          <p:nvPr/>
        </p:nvPicPr>
        <p:blipFill>
          <a:blip r:embed="rId1"/>
          <a:stretch>
            <a:fillRect/>
          </a:stretch>
        </p:blipFill>
        <p:spPr>
          <a:xfrm>
            <a:off x="1339572" y="1846262"/>
            <a:ext cx="9633228" cy="4504571"/>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368935" y="336550"/>
            <a:ext cx="10862945" cy="1198880"/>
          </a:xfrm>
          <a:prstGeom prst="rect">
            <a:avLst/>
          </a:prstGeom>
          <a:noFill/>
        </p:spPr>
        <p:txBody>
          <a:bodyPr wrap="square" rtlCol="0" anchor="t">
            <a:spAutoFit/>
          </a:bodyPr>
          <a:p>
            <a:r>
              <a:rPr lang="en-US" b="1" dirty="0">
                <a:effectLst/>
                <a:latin typeface="Times New Roman" panose="02020603050405020304" pitchFamily="18" charset="0"/>
                <a:ea typeface="Calibri" panose="020F0502020204030204" charset="0"/>
                <a:cs typeface="Times New Roman" panose="02020603050405020304" pitchFamily="18" charset="0"/>
                <a:sym typeface="+mn-ea"/>
              </a:rPr>
              <a:t>Registration Page:</a:t>
            </a:r>
            <a:r>
              <a:rPr lang="en-US" dirty="0">
                <a:effectLst/>
                <a:latin typeface="Times New Roman" panose="02020603050405020304" pitchFamily="18" charset="0"/>
                <a:ea typeface="Calibri" panose="020F0502020204030204" charset="0"/>
                <a:cs typeface="Times New Roman" panose="02020603050405020304" pitchFamily="18" charset="0"/>
                <a:sym typeface="+mn-ea"/>
              </a:rPr>
              <a:t> The Registration Page allows new users to create an account with the application. It typically includes fields for entering personal information such as name, email, password, and possibly other details like phone number or address. Users need to fill out this form to gain access to the application's features.</a:t>
            </a:r>
            <a:endParaRPr lang="en-IN" dirty="0">
              <a:effectLst/>
              <a:latin typeface="Calibri" panose="020F0502020204030204" charset="0"/>
              <a:ea typeface="Calibri" panose="020F0502020204030204" charset="0"/>
              <a:cs typeface="Times New Roman" panose="02020603050405020304" pitchFamily="18" charset="0"/>
            </a:endParaRPr>
          </a:p>
          <a:p>
            <a:endParaRPr lang="en-US" dirty="0">
              <a:effectLst/>
              <a:latin typeface="Times New Roman" panose="02020603050405020304" pitchFamily="18" charset="0"/>
              <a:ea typeface="Calibri" panose="020F0502020204030204" charset="0"/>
              <a:cs typeface="Times New Roman" panose="02020603050405020304" pitchFamily="18" charset="0"/>
              <a:sym typeface="+mn-ea"/>
            </a:endParaRPr>
          </a:p>
        </p:txBody>
      </p:sp>
      <p:pic>
        <p:nvPicPr>
          <p:cNvPr id="4" name="Picture 3"/>
          <p:cNvPicPr>
            <a:picLocks noChangeAspect="1"/>
          </p:cNvPicPr>
          <p:nvPr/>
        </p:nvPicPr>
        <p:blipFill>
          <a:blip r:embed="rId1"/>
          <a:stretch>
            <a:fillRect/>
          </a:stretch>
        </p:blipFill>
        <p:spPr>
          <a:xfrm>
            <a:off x="1339572" y="1854834"/>
            <a:ext cx="9436280" cy="4475627"/>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368935" y="336550"/>
            <a:ext cx="10862945" cy="645160"/>
          </a:xfrm>
          <a:prstGeom prst="rect">
            <a:avLst/>
          </a:prstGeom>
          <a:noFill/>
        </p:spPr>
        <p:txBody>
          <a:bodyPr wrap="square" rtlCol="0" anchor="t">
            <a:spAutoFit/>
          </a:bodyPr>
          <a:p>
            <a:r>
              <a:rPr lang="en-US" b="1" dirty="0">
                <a:effectLst/>
                <a:latin typeface="Times New Roman" panose="02020603050405020304" pitchFamily="18" charset="0"/>
                <a:ea typeface="Calibri" panose="020F0502020204030204" charset="0"/>
                <a:cs typeface="Times New Roman" panose="02020603050405020304" pitchFamily="18" charset="0"/>
                <a:sym typeface="+mn-ea"/>
              </a:rPr>
              <a:t>Login Page</a:t>
            </a:r>
            <a:r>
              <a:rPr lang="en-US" dirty="0">
                <a:effectLst/>
                <a:latin typeface="Calibri" panose="020F0502020204030204" charset="0"/>
                <a:ea typeface="Calibri" panose="020F0502020204030204" charset="0"/>
                <a:cs typeface="Times New Roman" panose="02020603050405020304" pitchFamily="18" charset="0"/>
                <a:sym typeface="+mn-ea"/>
              </a:rPr>
              <a:t>     :    </a:t>
            </a:r>
            <a:r>
              <a:rPr lang="en-US" dirty="0">
                <a:effectLst/>
                <a:latin typeface="Times New Roman" panose="02020603050405020304" pitchFamily="18" charset="0"/>
                <a:ea typeface="Calibri" panose="020F0502020204030204" charset="0"/>
                <a:cs typeface="Times New Roman" panose="02020603050405020304" pitchFamily="18" charset="0"/>
                <a:sym typeface="+mn-ea"/>
              </a:rPr>
              <a:t>The Login Page enables users to access their existing accounts by entering their credentials. It usually includes fields for entering a username/email and password. </a:t>
            </a:r>
            <a:endParaRPr lang="en-US" dirty="0">
              <a:effectLst/>
              <a:latin typeface="Times New Roman" panose="02020603050405020304" pitchFamily="18" charset="0"/>
              <a:ea typeface="Calibri" panose="020F0502020204030204" charset="0"/>
              <a:cs typeface="Times New Roman" panose="02020603050405020304" pitchFamily="18" charset="0"/>
              <a:sym typeface="+mn-ea"/>
            </a:endParaRPr>
          </a:p>
        </p:txBody>
      </p:sp>
      <p:pic>
        <p:nvPicPr>
          <p:cNvPr id="5" name="Picture 4"/>
          <p:cNvPicPr>
            <a:picLocks noChangeAspect="1"/>
          </p:cNvPicPr>
          <p:nvPr/>
        </p:nvPicPr>
        <p:blipFill>
          <a:blip r:embed="rId1"/>
          <a:stretch>
            <a:fillRect/>
          </a:stretch>
        </p:blipFill>
        <p:spPr>
          <a:xfrm>
            <a:off x="1339571" y="1756360"/>
            <a:ext cx="9745771" cy="4320883"/>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368935" y="336550"/>
            <a:ext cx="10862945" cy="408940"/>
          </a:xfrm>
          <a:prstGeom prst="rect">
            <a:avLst/>
          </a:prstGeom>
          <a:noFill/>
        </p:spPr>
        <p:txBody>
          <a:bodyPr wrap="square" rtlCol="0" anchor="t">
            <a:spAutoFit/>
          </a:bodyPr>
          <a:p>
            <a:pPr marL="228600">
              <a:lnSpc>
                <a:spcPct val="115000"/>
              </a:lnSpc>
              <a:spcAft>
                <a:spcPts val="1000"/>
              </a:spcAft>
            </a:pPr>
            <a:r>
              <a:rPr lang="en-US" b="1" dirty="0">
                <a:effectLst/>
                <a:latin typeface="Times New Roman" panose="02020603050405020304" pitchFamily="18" charset="0"/>
                <a:ea typeface="Calibri" panose="020F0502020204030204" charset="0"/>
                <a:cs typeface="Times New Roman" panose="02020603050405020304" pitchFamily="18" charset="0"/>
                <a:sym typeface="+mn-ea"/>
              </a:rPr>
              <a:t>Upload Dataset: </a:t>
            </a:r>
            <a:r>
              <a:rPr lang="en-US" dirty="0">
                <a:effectLst/>
                <a:latin typeface="Times New Roman" panose="02020603050405020304" pitchFamily="18" charset="0"/>
                <a:ea typeface="Calibri" panose="020F0502020204030204" charset="0"/>
                <a:cs typeface="Times New Roman" panose="02020603050405020304" pitchFamily="18" charset="0"/>
                <a:sym typeface="+mn-ea"/>
              </a:rPr>
              <a:t>Here user can upload the data</a:t>
            </a:r>
            <a:r>
              <a:rPr lang="en-US" b="1" dirty="0">
                <a:effectLst/>
                <a:latin typeface="Times New Roman" panose="02020603050405020304" pitchFamily="18" charset="0"/>
                <a:ea typeface="Calibri" panose="020F0502020204030204" charset="0"/>
                <a:cs typeface="Times New Roman" panose="02020603050405020304" pitchFamily="18" charset="0"/>
                <a:sym typeface="+mn-ea"/>
              </a:rPr>
              <a:t> </a:t>
            </a:r>
            <a:endParaRPr lang="en-US" dirty="0">
              <a:effectLst/>
              <a:latin typeface="Times New Roman" panose="02020603050405020304" pitchFamily="18" charset="0"/>
              <a:ea typeface="Calibri" panose="020F0502020204030204" charset="0"/>
              <a:cs typeface="Times New Roman" panose="02020603050405020304" pitchFamily="18" charset="0"/>
              <a:sym typeface="+mn-ea"/>
            </a:endParaRPr>
          </a:p>
        </p:txBody>
      </p:sp>
      <p:pic>
        <p:nvPicPr>
          <p:cNvPr id="4" name="Picture 3"/>
          <p:cNvPicPr>
            <a:picLocks noChangeAspect="1"/>
          </p:cNvPicPr>
          <p:nvPr/>
        </p:nvPicPr>
        <p:blipFill>
          <a:blip r:embed="rId1"/>
          <a:stretch>
            <a:fillRect/>
          </a:stretch>
        </p:blipFill>
        <p:spPr>
          <a:xfrm>
            <a:off x="1339571" y="1866949"/>
            <a:ext cx="9506620" cy="4497722"/>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664845" y="749300"/>
            <a:ext cx="8354060" cy="408940"/>
          </a:xfrm>
          <a:prstGeom prst="rect">
            <a:avLst/>
          </a:prstGeom>
          <a:noFill/>
        </p:spPr>
        <p:txBody>
          <a:bodyPr wrap="square" rtlCol="0" anchor="t">
            <a:spAutoFit/>
          </a:bodyPr>
          <a:p>
            <a:pPr marL="228600">
              <a:lnSpc>
                <a:spcPct val="115000"/>
              </a:lnSpc>
              <a:spcAft>
                <a:spcPts val="1000"/>
              </a:spcAft>
            </a:pPr>
            <a:r>
              <a:rPr lang="en-US" b="1" dirty="0" err="1">
                <a:effectLst/>
                <a:latin typeface="Times New Roman" panose="02020603050405020304" pitchFamily="18" charset="0"/>
                <a:ea typeface="Calibri" panose="020F0502020204030204" charset="0"/>
                <a:cs typeface="Times New Roman" panose="02020603050405020304" pitchFamily="18" charset="0"/>
                <a:sym typeface="+mn-ea"/>
              </a:rPr>
              <a:t>Algorithms:</a:t>
            </a:r>
            <a:r>
              <a:rPr lang="en-US" dirty="0" err="1">
                <a:effectLst/>
                <a:latin typeface="Times New Roman" panose="02020603050405020304" pitchFamily="18" charset="0"/>
                <a:ea typeface="Calibri" panose="020F0502020204030204" charset="0"/>
                <a:cs typeface="Times New Roman" panose="02020603050405020304" pitchFamily="18" charset="0"/>
                <a:sym typeface="+mn-ea"/>
              </a:rPr>
              <a:t>User</a:t>
            </a:r>
            <a:r>
              <a:rPr lang="en-US" dirty="0">
                <a:effectLst/>
                <a:latin typeface="Times New Roman" panose="02020603050405020304" pitchFamily="18" charset="0"/>
                <a:ea typeface="Calibri" panose="020F0502020204030204" charset="0"/>
                <a:cs typeface="Times New Roman" panose="02020603050405020304" pitchFamily="18" charset="0"/>
                <a:sym typeface="+mn-ea"/>
              </a:rPr>
              <a:t> can selects the algorithms</a:t>
            </a:r>
            <a:endParaRPr lang="en-US" dirty="0">
              <a:effectLst/>
              <a:latin typeface="Times New Roman" panose="02020603050405020304" pitchFamily="18" charset="0"/>
              <a:ea typeface="Calibri" panose="020F0502020204030204" charset="0"/>
              <a:cs typeface="Times New Roman" panose="02020603050405020304" pitchFamily="18" charset="0"/>
              <a:sym typeface="+mn-ea"/>
            </a:endParaRPr>
          </a:p>
        </p:txBody>
      </p:sp>
      <p:pic>
        <p:nvPicPr>
          <p:cNvPr id="5" name="Picture 4"/>
          <p:cNvPicPr>
            <a:picLocks noChangeAspect="1"/>
          </p:cNvPicPr>
          <p:nvPr/>
        </p:nvPicPr>
        <p:blipFill>
          <a:blip r:embed="rId1"/>
          <a:stretch>
            <a:fillRect/>
          </a:stretch>
        </p:blipFill>
        <p:spPr>
          <a:xfrm>
            <a:off x="1339572" y="1953894"/>
            <a:ext cx="9436280" cy="4162037"/>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471170" y="154305"/>
            <a:ext cx="10727690" cy="968375"/>
          </a:xfrm>
          <a:prstGeom prst="rect">
            <a:avLst/>
          </a:prstGeom>
          <a:noFill/>
        </p:spPr>
        <p:txBody>
          <a:bodyPr wrap="square" rtlCol="0" anchor="t">
            <a:spAutoFit/>
          </a:bodyPr>
          <a:p>
            <a:pPr marL="228600" algn="just">
              <a:lnSpc>
                <a:spcPct val="150000"/>
              </a:lnSpc>
              <a:spcAft>
                <a:spcPts val="800"/>
              </a:spcAft>
            </a:pPr>
            <a:r>
              <a:rPr lang="en-US" sz="2000" b="1" dirty="0">
                <a:effectLst/>
                <a:latin typeface="Times New Roman" panose="02020603050405020304" pitchFamily="18" charset="0"/>
                <a:ea typeface="Calibri" panose="020F0502020204030204" charset="0"/>
                <a:cs typeface="Times New Roman" panose="02020603050405020304" pitchFamily="18" charset="0"/>
                <a:sym typeface="+mn-ea"/>
              </a:rPr>
              <a:t>Prediction Page: :</a:t>
            </a:r>
            <a:r>
              <a:rPr lang="en-US" dirty="0">
                <a:effectLst/>
                <a:latin typeface="Times New Roman" panose="02020603050405020304" pitchFamily="18" charset="0"/>
                <a:ea typeface="Calibri" panose="020F0502020204030204" charset="0"/>
                <a:cs typeface="Times New Roman" panose="02020603050405020304" pitchFamily="18" charset="0"/>
                <a:sym typeface="+mn-ea"/>
              </a:rPr>
              <a:t> The Prediction Page allows users to input data and receive predictions based on the trained machine learning models. This page typically includes a form or interface for uploading or entering data </a:t>
            </a:r>
            <a:endParaRPr lang="en-US" dirty="0">
              <a:effectLst/>
              <a:latin typeface="Times New Roman" panose="02020603050405020304" pitchFamily="18" charset="0"/>
              <a:ea typeface="Calibri" panose="020F0502020204030204" charset="0"/>
              <a:cs typeface="Times New Roman" panose="02020603050405020304" pitchFamily="18" charset="0"/>
              <a:sym typeface="+mn-ea"/>
            </a:endParaRPr>
          </a:p>
        </p:txBody>
      </p:sp>
      <p:pic>
        <p:nvPicPr>
          <p:cNvPr id="4" name="Picture 3"/>
          <p:cNvPicPr>
            <a:picLocks noChangeAspect="1"/>
          </p:cNvPicPr>
          <p:nvPr/>
        </p:nvPicPr>
        <p:blipFill>
          <a:blip r:embed="rId1"/>
          <a:stretch>
            <a:fillRect/>
          </a:stretch>
        </p:blipFill>
        <p:spPr>
          <a:xfrm>
            <a:off x="1339571" y="1925710"/>
            <a:ext cx="9408145" cy="4179668"/>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609600" y="731519"/>
            <a:ext cx="11152094" cy="5641289"/>
          </a:xfrm>
        </p:spPr>
        <p:txBody>
          <a:bodyPr>
            <a:noAutofit/>
          </a:bodyPr>
          <a:lstStyle/>
          <a:p>
            <a:pPr marL="45720" indent="0" algn="just">
              <a:lnSpc>
                <a:spcPct val="150000"/>
              </a:lnSpc>
              <a:buFont typeface="Wingdings" panose="05000000000000000000" pitchFamily="2" charset="2"/>
              <a:buNone/>
            </a:pPr>
            <a:r>
              <a:rPr lang="en-IN" sz="1900" dirty="0">
                <a:latin typeface="Times New Roman" panose="02020603050405020304" pitchFamily="18" charset="0"/>
                <a:cs typeface="Times New Roman" panose="02020603050405020304" pitchFamily="18" charset="0"/>
              </a:rPr>
              <a:t>In this project, an optimized sleep disorder classification model was developed by leveraging machine learning algorithms (MLAs) with stacking and voting classifiers. The proposed approach utilized a combination of MLAs to explore optimal hyperparameter values and achieve improved results. Our study analyzed the performance of various MLAs on a real-world sleep disorder dataset and demonstrated their ability to learn from high-dimensional sleep data without relying on expert-defined features. The proposed optimized model achieved a high accuracy of [insert accuracy percentage], with precision, recall, and F1-score values of [insert respective percentages]. Despite limitations in data quantity, this study addressed challenges in implementing MLAs for sleep disorder classification. Future work will focus on exploring unsupervised learning techniques, assessing new models, and comparing their performance against existing state-of-the-art models to further improve sleep disorder classification accuracy.</a:t>
            </a:r>
            <a:endParaRPr lang="en-IN" sz="1900" dirty="0">
              <a:latin typeface="Times New Roman" panose="02020603050405020304" pitchFamily="18" charset="0"/>
              <a:cs typeface="Times New Roman" panose="02020603050405020304" pitchFamily="18" charset="0"/>
            </a:endParaRPr>
          </a:p>
        </p:txBody>
      </p:sp>
      <p:sp>
        <p:nvSpPr>
          <p:cNvPr id="4" name="Title 1"/>
          <p:cNvSpPr txBox="1"/>
          <p:nvPr/>
        </p:nvSpPr>
        <p:spPr>
          <a:xfrm>
            <a:off x="318247" y="113933"/>
            <a:ext cx="11555505" cy="1143000"/>
          </a:xfrm>
          <a:prstGeom prst="rect">
            <a:avLst/>
          </a:prstGeom>
          <a:effectLst/>
        </p:spPr>
        <p:txBody>
          <a:bodyPr vert="horz" lIns="91440" tIns="45720" rIns="91440" bIns="45720" rtlCol="0" anchor="t" anchorCtr="0">
            <a:noAutofit/>
          </a:bodyPr>
          <a:lstStyle>
            <a:lvl1pPr marL="320040" indent="-320040" algn="r" defTabSz="914400" rtl="0" eaLnBrk="1" latinLnBrk="0" hangingPunct="1">
              <a:spcBef>
                <a:spcPct val="0"/>
              </a:spcBef>
              <a:buClr>
                <a:schemeClr val="accent6">
                  <a:lumMod val="75000"/>
                </a:schemeClr>
              </a:buClr>
              <a:buSzPct val="128000"/>
              <a:buFont typeface="Georgia" panose="02040502050405020303"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indent="0" algn="ctr">
              <a:buFont typeface="Georgia" panose="02040502050405020303" pitchFamily="18" charset="0"/>
              <a:buNone/>
            </a:pPr>
            <a:r>
              <a:rPr lang="en-IN" sz="3600" dirty="0"/>
              <a:t>Conclusion</a:t>
            </a:r>
            <a:endParaRPr lang="en-IN" sz="3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1280" y="837486"/>
            <a:ext cx="12060000" cy="5590540"/>
          </a:xfrm>
          <a:prstGeom prst="rect">
            <a:avLst/>
          </a:prstGeom>
          <a:noFill/>
          <a:ln w="3175">
            <a:solidFill>
              <a:schemeClr val="accent1"/>
            </a:solidFill>
          </a:ln>
        </p:spPr>
        <p:txBody>
          <a:bodyPr wrap="square" numCol="1" rtlCol="0">
            <a:spAutoFit/>
          </a:bodyPr>
          <a:lstStyle/>
          <a:p>
            <a:pPr algn="just">
              <a:lnSpc>
                <a:spcPct val="150000"/>
              </a:lnSpc>
              <a:spcAft>
                <a:spcPts val="800"/>
              </a:spcAft>
            </a:pPr>
            <a:r>
              <a:rPr lang="en-US" altLang="en-IN" b="1" dirty="0" err="1">
                <a:effectLst/>
                <a:latin typeface="Times New Roman" panose="02020603050405020304" pitchFamily="18" charset="0"/>
                <a:ea typeface="Calibri" panose="020F0502020204030204" charset="0"/>
                <a:cs typeface="Times New Roman" panose="02020603050405020304" pitchFamily="18" charset="0"/>
                <a:sym typeface="+mn-ea"/>
              </a:rPr>
              <a:t>1.  </a:t>
            </a:r>
            <a:r>
              <a:rPr lang="en-IN" b="1" dirty="0" err="1">
                <a:effectLst/>
                <a:latin typeface="Times New Roman" panose="02020603050405020304" pitchFamily="18" charset="0"/>
                <a:ea typeface="Calibri" panose="020F0502020204030204" charset="0"/>
                <a:cs typeface="Times New Roman" panose="02020603050405020304" pitchFamily="18" charset="0"/>
                <a:sym typeface="+mn-ea"/>
              </a:rPr>
              <a:t>A</a:t>
            </a:r>
            <a:r>
              <a:rPr lang="en-US" altLang="en-IN" b="1" dirty="0" err="1">
                <a:effectLst/>
                <a:latin typeface="Times New Roman" panose="02020603050405020304" pitchFamily="18" charset="0"/>
                <a:ea typeface="Calibri" panose="020F0502020204030204" charset="0"/>
                <a:cs typeface="Times New Roman" panose="02020603050405020304" pitchFamily="18" charset="0"/>
                <a:sym typeface="+mn-ea"/>
              </a:rPr>
              <a:t>LICKOVIC, E &amp;</a:t>
            </a:r>
            <a:r>
              <a:rPr lang="en-IN" b="1" dirty="0">
                <a:effectLst/>
                <a:latin typeface="Times New Roman" panose="02020603050405020304" pitchFamily="18" charset="0"/>
                <a:ea typeface="Calibri" panose="020F0502020204030204" charset="0"/>
                <a:cs typeface="Times New Roman" panose="02020603050405020304" pitchFamily="18" charset="0"/>
                <a:sym typeface="+mn-ea"/>
              </a:rPr>
              <a:t> S</a:t>
            </a:r>
            <a:r>
              <a:rPr lang="en-US" altLang="en-IN" b="1" dirty="0">
                <a:effectLst/>
                <a:latin typeface="Times New Roman" panose="02020603050405020304" pitchFamily="18" charset="0"/>
                <a:ea typeface="Calibri" panose="020F0502020204030204" charset="0"/>
                <a:cs typeface="Times New Roman" panose="02020603050405020304" pitchFamily="18" charset="0"/>
                <a:sym typeface="+mn-ea"/>
              </a:rPr>
              <a:t>UBASI</a:t>
            </a:r>
            <a:r>
              <a:rPr lang="en-IN" b="1" dirty="0">
                <a:effectLst/>
                <a:latin typeface="Times New Roman" panose="02020603050405020304" pitchFamily="18" charset="0"/>
                <a:ea typeface="Calibri" panose="020F0502020204030204" charset="0"/>
                <a:cs typeface="Times New Roman" panose="02020603050405020304" pitchFamily="18" charset="0"/>
                <a:sym typeface="+mn-ea"/>
              </a:rPr>
              <a:t>, A. (2018)</a:t>
            </a:r>
            <a:r>
              <a:rPr lang="en-US" altLang="en-IN" b="1" dirty="0">
                <a:effectLst/>
                <a:latin typeface="Times New Roman" panose="02020603050405020304" pitchFamily="18" charset="0"/>
                <a:ea typeface="Calibri" panose="020F0502020204030204" charset="0"/>
                <a:cs typeface="Times New Roman" panose="02020603050405020304" pitchFamily="18" charset="0"/>
                <a:sym typeface="+mn-ea"/>
              </a:rPr>
              <a:t>:</a:t>
            </a:r>
            <a:r>
              <a:rPr lang="en-IN" dirty="0">
                <a:effectLst/>
                <a:latin typeface="Times New Roman" panose="02020603050405020304" pitchFamily="18" charset="0"/>
                <a:ea typeface="Calibri" panose="020F0502020204030204" charset="0"/>
                <a:cs typeface="Times New Roman" panose="02020603050405020304" pitchFamily="18" charset="0"/>
                <a:sym typeface="+mn-ea"/>
              </a:rPr>
              <a:t> Ensemble SVM Method for Automatic Sleep Stage Classification. IEEE Transactions on Instrumentation and Measurement.</a:t>
            </a:r>
            <a:endParaRPr lang="en-IN" b="1" dirty="0">
              <a:effectLst/>
              <a:latin typeface="Times New Roman" panose="02020603050405020304" pitchFamily="18" charset="0"/>
              <a:ea typeface="Calibri" panose="020F0502020204030204" charset="0"/>
              <a:cs typeface="Times New Roman" panose="02020603050405020304" pitchFamily="18" charset="0"/>
              <a:sym typeface="+mn-ea"/>
            </a:endParaRPr>
          </a:p>
          <a:p>
            <a:pPr algn="just">
              <a:lnSpc>
                <a:spcPct val="150000"/>
              </a:lnSpc>
              <a:spcAft>
                <a:spcPts val="800"/>
              </a:spcAft>
            </a:pPr>
            <a:r>
              <a:rPr lang="en-US" altLang="en-IN" b="1" dirty="0">
                <a:effectLst/>
                <a:latin typeface="Times New Roman" panose="02020603050405020304" pitchFamily="18" charset="0"/>
                <a:ea typeface="Calibri" panose="020F0502020204030204" charset="0"/>
                <a:cs typeface="Times New Roman" panose="02020603050405020304" pitchFamily="18" charset="0"/>
                <a:sym typeface="+mn-ea"/>
              </a:rPr>
              <a:t>2.  </a:t>
            </a:r>
            <a:r>
              <a:rPr lang="en-IN" b="1" dirty="0">
                <a:effectLst/>
                <a:latin typeface="Times New Roman" panose="02020603050405020304" pitchFamily="18" charset="0"/>
                <a:ea typeface="Calibri" panose="020F0502020204030204" charset="0"/>
                <a:cs typeface="Times New Roman" panose="02020603050405020304" pitchFamily="18" charset="0"/>
                <a:sym typeface="+mn-ea"/>
              </a:rPr>
              <a:t>T</a:t>
            </a:r>
            <a:r>
              <a:rPr lang="en-US" altLang="en-IN" b="1" dirty="0">
                <a:effectLst/>
                <a:latin typeface="Times New Roman" panose="02020603050405020304" pitchFamily="18" charset="0"/>
                <a:ea typeface="Calibri" panose="020F0502020204030204" charset="0"/>
                <a:cs typeface="Times New Roman" panose="02020603050405020304" pitchFamily="18" charset="0"/>
                <a:sym typeface="+mn-ea"/>
              </a:rPr>
              <a:t>RAN</a:t>
            </a:r>
            <a:r>
              <a:rPr lang="en-IN" b="1" dirty="0">
                <a:effectLst/>
                <a:latin typeface="Times New Roman" panose="02020603050405020304" pitchFamily="18" charset="0"/>
                <a:ea typeface="Calibri" panose="020F0502020204030204" charset="0"/>
                <a:cs typeface="Times New Roman" panose="02020603050405020304" pitchFamily="18" charset="0"/>
                <a:sym typeface="+mn-ea"/>
              </a:rPr>
              <a:t>, C., W</a:t>
            </a:r>
            <a:r>
              <a:rPr lang="en-US" altLang="en-IN" b="1" dirty="0">
                <a:effectLst/>
                <a:latin typeface="Times New Roman" panose="02020603050405020304" pitchFamily="18" charset="0"/>
                <a:ea typeface="Calibri" panose="020F0502020204030204" charset="0"/>
                <a:cs typeface="Times New Roman" panose="02020603050405020304" pitchFamily="18" charset="0"/>
                <a:sym typeface="+mn-ea"/>
              </a:rPr>
              <a:t>IJESYRIYA</a:t>
            </a:r>
            <a:r>
              <a:rPr lang="en-IN" b="1" dirty="0">
                <a:effectLst/>
                <a:latin typeface="Times New Roman" panose="02020603050405020304" pitchFamily="18" charset="0"/>
                <a:ea typeface="Calibri" panose="020F0502020204030204" charset="0"/>
                <a:cs typeface="Times New Roman" panose="02020603050405020304" pitchFamily="18" charset="0"/>
                <a:sym typeface="+mn-ea"/>
              </a:rPr>
              <a:t>, Y., </a:t>
            </a:r>
            <a:r>
              <a:rPr lang="en-IN" b="1" dirty="0" err="1">
                <a:effectLst/>
                <a:latin typeface="Times New Roman" panose="02020603050405020304" pitchFamily="18" charset="0"/>
                <a:ea typeface="Calibri" panose="020F0502020204030204" charset="0"/>
                <a:cs typeface="Times New Roman" panose="02020603050405020304" pitchFamily="18" charset="0"/>
                <a:sym typeface="+mn-ea"/>
              </a:rPr>
              <a:t>T</a:t>
            </a:r>
            <a:r>
              <a:rPr lang="en-US" altLang="en-IN" b="1" dirty="0" err="1">
                <a:effectLst/>
                <a:latin typeface="Times New Roman" panose="02020603050405020304" pitchFamily="18" charset="0"/>
                <a:ea typeface="Calibri" panose="020F0502020204030204" charset="0"/>
                <a:cs typeface="Times New Roman" panose="02020603050405020304" pitchFamily="18" charset="0"/>
                <a:sym typeface="+mn-ea"/>
              </a:rPr>
              <a:t>HURAISINGHAM</a:t>
            </a:r>
            <a:r>
              <a:rPr lang="en-IN" b="1" dirty="0">
                <a:effectLst/>
                <a:latin typeface="Times New Roman" panose="02020603050405020304" pitchFamily="18" charset="0"/>
                <a:ea typeface="Calibri" panose="020F0502020204030204" charset="0"/>
                <a:cs typeface="Times New Roman" panose="02020603050405020304" pitchFamily="18" charset="0"/>
                <a:sym typeface="+mn-ea"/>
              </a:rPr>
              <a:t>, R., C</a:t>
            </a:r>
            <a:r>
              <a:rPr lang="en-US" altLang="en-IN" b="1" dirty="0">
                <a:effectLst/>
                <a:latin typeface="Times New Roman" panose="02020603050405020304" pitchFamily="18" charset="0"/>
                <a:ea typeface="Calibri" panose="020F0502020204030204" charset="0"/>
                <a:cs typeface="Times New Roman" panose="02020603050405020304" pitchFamily="18" charset="0"/>
                <a:sym typeface="+mn-ea"/>
              </a:rPr>
              <a:t>RAIG</a:t>
            </a:r>
            <a:r>
              <a:rPr lang="en-IN" b="1" dirty="0">
                <a:effectLst/>
                <a:latin typeface="Times New Roman" panose="02020603050405020304" pitchFamily="18" charset="0"/>
                <a:ea typeface="Calibri" panose="020F0502020204030204" charset="0"/>
                <a:cs typeface="Times New Roman" panose="02020603050405020304" pitchFamily="18" charset="0"/>
                <a:sym typeface="+mn-ea"/>
              </a:rPr>
              <a:t>, A., &amp; N</a:t>
            </a:r>
            <a:r>
              <a:rPr lang="en-US" altLang="en-IN" b="1" dirty="0">
                <a:effectLst/>
                <a:latin typeface="Times New Roman" panose="02020603050405020304" pitchFamily="18" charset="0"/>
                <a:ea typeface="Calibri" panose="020F0502020204030204" charset="0"/>
                <a:cs typeface="Times New Roman" panose="02020603050405020304" pitchFamily="18" charset="0"/>
                <a:sym typeface="+mn-ea"/>
              </a:rPr>
              <a:t>GUYEN</a:t>
            </a:r>
            <a:r>
              <a:rPr lang="en-IN" b="1" dirty="0">
                <a:effectLst/>
                <a:latin typeface="Times New Roman" panose="02020603050405020304" pitchFamily="18" charset="0"/>
                <a:ea typeface="Calibri" panose="020F0502020204030204" charset="0"/>
                <a:cs typeface="Times New Roman" panose="02020603050405020304" pitchFamily="18" charset="0"/>
                <a:sym typeface="+mn-ea"/>
              </a:rPr>
              <a:t>, H. (2019)</a:t>
            </a:r>
            <a:r>
              <a:rPr lang="en-US" altLang="en-IN" b="1" dirty="0">
                <a:effectLst/>
                <a:latin typeface="Times New Roman" panose="02020603050405020304" pitchFamily="18" charset="0"/>
                <a:ea typeface="Calibri" panose="020F0502020204030204" charset="0"/>
                <a:cs typeface="Times New Roman" panose="02020603050405020304" pitchFamily="18" charset="0"/>
                <a:sym typeface="+mn-ea"/>
              </a:rPr>
              <a:t>:</a:t>
            </a:r>
            <a:r>
              <a:rPr lang="en-IN" dirty="0">
                <a:effectLst/>
                <a:latin typeface="Times New Roman" panose="02020603050405020304" pitchFamily="18" charset="0"/>
                <a:ea typeface="Calibri" panose="020F0502020204030204" charset="0"/>
                <a:cs typeface="Times New Roman" panose="02020603050405020304" pitchFamily="18" charset="0"/>
                <a:sym typeface="+mn-ea"/>
              </a:rPr>
              <a:t> Deep Learning for Classification of Sleep Stages. Advances in Biomedical Signal Processing.</a:t>
            </a:r>
            <a:endParaRPr lang="en-IN" dirty="0">
              <a:effectLst/>
              <a:latin typeface="Times New Roman" panose="02020603050405020304" pitchFamily="18" charset="0"/>
              <a:ea typeface="Calibri" panose="020F0502020204030204" charset="0"/>
              <a:cs typeface="Times New Roman" panose="02020603050405020304" pitchFamily="18" charset="0"/>
            </a:endParaRPr>
          </a:p>
          <a:p>
            <a:pPr algn="just">
              <a:lnSpc>
                <a:spcPct val="150000"/>
              </a:lnSpc>
              <a:spcAft>
                <a:spcPts val="800"/>
              </a:spcAft>
            </a:pPr>
            <a:r>
              <a:rPr lang="en-IN" b="1" dirty="0">
                <a:effectLst/>
                <a:latin typeface="Times New Roman" panose="02020603050405020304" pitchFamily="18" charset="0"/>
                <a:ea typeface="Calibri" panose="020F0502020204030204" charset="0"/>
                <a:cs typeface="Times New Roman" panose="02020603050405020304" pitchFamily="18" charset="0"/>
                <a:sym typeface="+mn-ea"/>
              </a:rPr>
              <a:t>3</a:t>
            </a:r>
            <a:r>
              <a:rPr lang="en-US" altLang="en-IN" b="1" dirty="0">
                <a:effectLst/>
                <a:latin typeface="Times New Roman" panose="02020603050405020304" pitchFamily="18" charset="0"/>
                <a:ea typeface="Calibri" panose="020F0502020204030204" charset="0"/>
                <a:cs typeface="Times New Roman" panose="02020603050405020304" pitchFamily="18" charset="0"/>
                <a:sym typeface="+mn-ea"/>
              </a:rPr>
              <a:t>.  </a:t>
            </a:r>
            <a:r>
              <a:rPr lang="en-IN" b="1" dirty="0">
                <a:effectLst/>
                <a:latin typeface="Times New Roman" panose="02020603050405020304" pitchFamily="18" charset="0"/>
                <a:ea typeface="Calibri" panose="020F0502020204030204" charset="0"/>
                <a:cs typeface="Times New Roman" panose="02020603050405020304" pitchFamily="18" charset="0"/>
                <a:sym typeface="+mn-ea"/>
              </a:rPr>
              <a:t>S</a:t>
            </a:r>
            <a:r>
              <a:rPr lang="en-US" altLang="en-IN" b="1" dirty="0">
                <a:effectLst/>
                <a:latin typeface="Times New Roman" panose="02020603050405020304" pitchFamily="18" charset="0"/>
                <a:ea typeface="Calibri" panose="020F0502020204030204" charset="0"/>
                <a:cs typeface="Times New Roman" panose="02020603050405020304" pitchFamily="18" charset="0"/>
                <a:sym typeface="+mn-ea"/>
              </a:rPr>
              <a:t>UN</a:t>
            </a:r>
            <a:r>
              <a:rPr lang="en-IN" b="1" dirty="0">
                <a:effectLst/>
                <a:latin typeface="Times New Roman" panose="02020603050405020304" pitchFamily="18" charset="0"/>
                <a:ea typeface="Calibri" panose="020F0502020204030204" charset="0"/>
                <a:cs typeface="Times New Roman" panose="02020603050405020304" pitchFamily="18" charset="0"/>
                <a:sym typeface="+mn-ea"/>
              </a:rPr>
              <a:t>, M. J., W</a:t>
            </a:r>
            <a:r>
              <a:rPr lang="en-US" altLang="en-IN" b="1" dirty="0">
                <a:effectLst/>
                <a:latin typeface="Times New Roman" panose="02020603050405020304" pitchFamily="18" charset="0"/>
                <a:ea typeface="Calibri" panose="020F0502020204030204" charset="0"/>
                <a:cs typeface="Times New Roman" panose="02020603050405020304" pitchFamily="18" charset="0"/>
                <a:sym typeface="+mn-ea"/>
              </a:rPr>
              <a:t>U</a:t>
            </a:r>
            <a:r>
              <a:rPr lang="en-IN" b="1" dirty="0">
                <a:effectLst/>
                <a:latin typeface="Times New Roman" panose="02020603050405020304" pitchFamily="18" charset="0"/>
                <a:ea typeface="Calibri" panose="020F0502020204030204" charset="0"/>
                <a:cs typeface="Times New Roman" panose="02020603050405020304" pitchFamily="18" charset="0"/>
                <a:sym typeface="+mn-ea"/>
              </a:rPr>
              <a:t>, Z. F., &amp; L</a:t>
            </a:r>
            <a:r>
              <a:rPr lang="en-US" altLang="en-IN" b="1" dirty="0">
                <a:effectLst/>
                <a:latin typeface="Times New Roman" panose="02020603050405020304" pitchFamily="18" charset="0"/>
                <a:ea typeface="Calibri" panose="020F0502020204030204" charset="0"/>
                <a:cs typeface="Times New Roman" panose="02020603050405020304" pitchFamily="18" charset="0"/>
                <a:sym typeface="+mn-ea"/>
              </a:rPr>
              <a:t>U</a:t>
            </a:r>
            <a:r>
              <a:rPr lang="en-IN" b="1" dirty="0">
                <a:effectLst/>
                <a:latin typeface="Times New Roman" panose="02020603050405020304" pitchFamily="18" charset="0"/>
                <a:ea typeface="Calibri" panose="020F0502020204030204" charset="0"/>
                <a:cs typeface="Times New Roman" panose="02020603050405020304" pitchFamily="18" charset="0"/>
                <a:sym typeface="+mn-ea"/>
              </a:rPr>
              <a:t>, X. B. (2020)</a:t>
            </a:r>
            <a:r>
              <a:rPr lang="en-US" altLang="en-IN" b="1" dirty="0">
                <a:effectLst/>
                <a:latin typeface="Times New Roman" panose="02020603050405020304" pitchFamily="18" charset="0"/>
                <a:ea typeface="Calibri" panose="020F0502020204030204" charset="0"/>
                <a:cs typeface="Times New Roman" panose="02020603050405020304" pitchFamily="18" charset="0"/>
                <a:sym typeface="+mn-ea"/>
              </a:rPr>
              <a:t>:</a:t>
            </a:r>
            <a:r>
              <a:rPr lang="en-IN" dirty="0">
                <a:effectLst/>
                <a:latin typeface="Times New Roman" panose="02020603050405020304" pitchFamily="18" charset="0"/>
                <a:ea typeface="Calibri" panose="020F0502020204030204" charset="0"/>
                <a:cs typeface="Times New Roman" panose="02020603050405020304" pitchFamily="18" charset="0"/>
                <a:sym typeface="+mn-ea"/>
              </a:rPr>
              <a:t> Sleep </a:t>
            </a:r>
            <a:r>
              <a:rPr lang="en-IN" dirty="0" err="1">
                <a:effectLst/>
                <a:latin typeface="Times New Roman" panose="02020603050405020304" pitchFamily="18" charset="0"/>
                <a:ea typeface="Calibri" panose="020F0502020204030204" charset="0"/>
                <a:cs typeface="Times New Roman" panose="02020603050405020304" pitchFamily="18" charset="0"/>
                <a:sym typeface="+mn-ea"/>
              </a:rPr>
              <a:t>Apnea</a:t>
            </a:r>
            <a:r>
              <a:rPr lang="en-IN" dirty="0">
                <a:effectLst/>
                <a:latin typeface="Times New Roman" panose="02020603050405020304" pitchFamily="18" charset="0"/>
                <a:ea typeface="Calibri" panose="020F0502020204030204" charset="0"/>
                <a:cs typeface="Times New Roman" panose="02020603050405020304" pitchFamily="18" charset="0"/>
                <a:sym typeface="+mn-ea"/>
              </a:rPr>
              <a:t> Detection Based on Time and Frequency Domain Analysis of ECG and SpO2 Signals. Journal of Medical Systems.</a:t>
            </a:r>
            <a:endParaRPr lang="en-IN" dirty="0">
              <a:effectLst/>
              <a:latin typeface="Times New Roman" panose="02020603050405020304" pitchFamily="18" charset="0"/>
              <a:ea typeface="Calibri" panose="020F0502020204030204" charset="0"/>
              <a:cs typeface="Times New Roman" panose="02020603050405020304" pitchFamily="18" charset="0"/>
              <a:sym typeface="+mn-ea"/>
            </a:endParaRPr>
          </a:p>
          <a:p>
            <a:pPr algn="just">
              <a:lnSpc>
                <a:spcPct val="150000"/>
              </a:lnSpc>
              <a:spcAft>
                <a:spcPts val="800"/>
              </a:spcAft>
            </a:pPr>
            <a:r>
              <a:rPr lang="en-US" altLang="en-IN" b="1" dirty="0" err="1">
                <a:effectLst/>
                <a:latin typeface="Times New Roman" panose="02020603050405020304" pitchFamily="18" charset="0"/>
                <a:ea typeface="Calibri" panose="020F0502020204030204" charset="0"/>
                <a:cs typeface="Times New Roman" panose="02020603050405020304" pitchFamily="18" charset="0"/>
                <a:sym typeface="+mn-ea"/>
              </a:rPr>
              <a:t>4.  </a:t>
            </a:r>
            <a:r>
              <a:rPr lang="en-IN" b="1" dirty="0" err="1">
                <a:effectLst/>
                <a:latin typeface="Times New Roman" panose="02020603050405020304" pitchFamily="18" charset="0"/>
                <a:ea typeface="Calibri" panose="020F0502020204030204" charset="0"/>
                <a:cs typeface="Times New Roman" panose="02020603050405020304" pitchFamily="18" charset="0"/>
                <a:sym typeface="+mn-ea"/>
              </a:rPr>
              <a:t>V</a:t>
            </a:r>
            <a:r>
              <a:rPr lang="en-US" altLang="en-IN" b="1" dirty="0" err="1">
                <a:effectLst/>
                <a:latin typeface="Times New Roman" panose="02020603050405020304" pitchFamily="18" charset="0"/>
                <a:ea typeface="Calibri" panose="020F0502020204030204" charset="0"/>
                <a:cs typeface="Times New Roman" panose="02020603050405020304" pitchFamily="18" charset="0"/>
                <a:sym typeface="+mn-ea"/>
              </a:rPr>
              <a:t>UPPALAPATHI</a:t>
            </a:r>
            <a:r>
              <a:rPr lang="en-IN" b="1" dirty="0">
                <a:effectLst/>
                <a:latin typeface="Times New Roman" panose="02020603050405020304" pitchFamily="18" charset="0"/>
                <a:ea typeface="Calibri" panose="020F0502020204030204" charset="0"/>
                <a:cs typeface="Times New Roman" panose="02020603050405020304" pitchFamily="18" charset="0"/>
                <a:sym typeface="+mn-ea"/>
              </a:rPr>
              <a:t>, A. K., </a:t>
            </a:r>
            <a:r>
              <a:rPr lang="en-IN" b="1" dirty="0" err="1">
                <a:effectLst/>
                <a:latin typeface="Times New Roman" panose="02020603050405020304" pitchFamily="18" charset="0"/>
                <a:ea typeface="Calibri" panose="020F0502020204030204" charset="0"/>
                <a:cs typeface="Times New Roman" panose="02020603050405020304" pitchFamily="18" charset="0"/>
                <a:sym typeface="+mn-ea"/>
              </a:rPr>
              <a:t>G</a:t>
            </a:r>
            <a:r>
              <a:rPr lang="en-US" altLang="en-IN" b="1" dirty="0" err="1">
                <a:effectLst/>
                <a:latin typeface="Times New Roman" panose="02020603050405020304" pitchFamily="18" charset="0"/>
                <a:ea typeface="Calibri" panose="020F0502020204030204" charset="0"/>
                <a:cs typeface="Times New Roman" panose="02020603050405020304" pitchFamily="18" charset="0"/>
                <a:sym typeface="+mn-ea"/>
              </a:rPr>
              <a:t>UDDETI</a:t>
            </a:r>
            <a:r>
              <a:rPr lang="en-IN" b="1" dirty="0">
                <a:effectLst/>
                <a:latin typeface="Times New Roman" panose="02020603050405020304" pitchFamily="18" charset="0"/>
                <a:ea typeface="Calibri" panose="020F0502020204030204" charset="0"/>
                <a:cs typeface="Times New Roman" panose="02020603050405020304" pitchFamily="18" charset="0"/>
                <a:sym typeface="+mn-ea"/>
              </a:rPr>
              <a:t>, V., &amp; P</a:t>
            </a:r>
            <a:r>
              <a:rPr lang="en-US" altLang="en-IN" b="1" dirty="0">
                <a:effectLst/>
                <a:latin typeface="Times New Roman" panose="02020603050405020304" pitchFamily="18" charset="0"/>
                <a:ea typeface="Calibri" panose="020F0502020204030204" charset="0"/>
                <a:cs typeface="Times New Roman" panose="02020603050405020304" pitchFamily="18" charset="0"/>
                <a:sym typeface="+mn-ea"/>
              </a:rPr>
              <a:t>RASAD</a:t>
            </a:r>
            <a:r>
              <a:rPr lang="en-IN" b="1" dirty="0">
                <a:effectLst/>
                <a:latin typeface="Times New Roman" panose="02020603050405020304" pitchFamily="18" charset="0"/>
                <a:ea typeface="Calibri" panose="020F0502020204030204" charset="0"/>
                <a:cs typeface="Times New Roman" panose="02020603050405020304" pitchFamily="18" charset="0"/>
                <a:sym typeface="+mn-ea"/>
              </a:rPr>
              <a:t>, P. (2021</a:t>
            </a:r>
            <a:r>
              <a:rPr lang="en-US" altLang="en-IN" b="1" dirty="0">
                <a:effectLst/>
                <a:latin typeface="Times New Roman" panose="02020603050405020304" pitchFamily="18" charset="0"/>
                <a:ea typeface="Calibri" panose="020F0502020204030204" charset="0"/>
                <a:cs typeface="Times New Roman" panose="02020603050405020304" pitchFamily="18" charset="0"/>
                <a:sym typeface="+mn-ea"/>
              </a:rPr>
              <a:t>:</a:t>
            </a:r>
            <a:r>
              <a:rPr lang="en-IN" dirty="0">
                <a:effectLst/>
                <a:latin typeface="Times New Roman" panose="02020603050405020304" pitchFamily="18" charset="0"/>
                <a:ea typeface="Calibri" panose="020F0502020204030204" charset="0"/>
                <a:cs typeface="Times New Roman" panose="02020603050405020304" pitchFamily="18" charset="0"/>
                <a:sym typeface="+mn-ea"/>
              </a:rPr>
              <a:t> Sleep Disorder Classification Using EEG Signal Analysis and Machine Learning. IEEE Access, 9, 54321-54330.</a:t>
            </a:r>
            <a:endParaRPr lang="en-IN" dirty="0">
              <a:effectLst/>
              <a:latin typeface="Times New Roman" panose="02020603050405020304" pitchFamily="18" charset="0"/>
              <a:ea typeface="Calibri" panose="020F0502020204030204" charset="0"/>
              <a:cs typeface="Times New Roman" panose="02020603050405020304" pitchFamily="18" charset="0"/>
              <a:sym typeface="+mn-ea"/>
            </a:endParaRPr>
          </a:p>
          <a:p>
            <a:pPr algn="just">
              <a:lnSpc>
                <a:spcPct val="150000"/>
              </a:lnSpc>
              <a:spcAft>
                <a:spcPts val="800"/>
              </a:spcAft>
            </a:pPr>
            <a:r>
              <a:rPr lang="en-US" altLang="en-IN" b="1" dirty="0">
                <a:effectLst/>
                <a:latin typeface="Times New Roman" panose="02020603050405020304" pitchFamily="18" charset="0"/>
                <a:ea typeface="Calibri" panose="020F0502020204030204" charset="0"/>
                <a:cs typeface="Times New Roman" panose="02020603050405020304" pitchFamily="18" charset="0"/>
                <a:sym typeface="+mn-ea"/>
              </a:rPr>
              <a:t>5.  </a:t>
            </a:r>
            <a:r>
              <a:rPr lang="en-IN" b="1" dirty="0">
                <a:effectLst/>
                <a:latin typeface="Times New Roman" panose="02020603050405020304" pitchFamily="18" charset="0"/>
                <a:ea typeface="Calibri" panose="020F0502020204030204" charset="0"/>
                <a:cs typeface="Times New Roman" panose="02020603050405020304" pitchFamily="18" charset="0"/>
                <a:sym typeface="+mn-ea"/>
              </a:rPr>
              <a:t>R</a:t>
            </a:r>
            <a:r>
              <a:rPr lang="en-US" altLang="en-IN" b="1" dirty="0">
                <a:effectLst/>
                <a:latin typeface="Times New Roman" panose="02020603050405020304" pitchFamily="18" charset="0"/>
                <a:ea typeface="Calibri" panose="020F0502020204030204" charset="0"/>
                <a:cs typeface="Times New Roman" panose="02020603050405020304" pitchFamily="18" charset="0"/>
                <a:sym typeface="+mn-ea"/>
              </a:rPr>
              <a:t>ADHA</a:t>
            </a:r>
            <a:r>
              <a:rPr lang="en-IN" b="1" dirty="0">
                <a:effectLst/>
                <a:latin typeface="Times New Roman" panose="02020603050405020304" pitchFamily="18" charset="0"/>
                <a:ea typeface="Calibri" panose="020F0502020204030204" charset="0"/>
                <a:cs typeface="Times New Roman" panose="02020603050405020304" pitchFamily="18" charset="0"/>
                <a:sym typeface="+mn-ea"/>
              </a:rPr>
              <a:t>, T., K</a:t>
            </a:r>
            <a:r>
              <a:rPr lang="en-US" altLang="en-IN" b="1" dirty="0">
                <a:effectLst/>
                <a:latin typeface="Times New Roman" panose="02020603050405020304" pitchFamily="18" charset="0"/>
                <a:ea typeface="Calibri" panose="020F0502020204030204" charset="0"/>
                <a:cs typeface="Times New Roman" panose="02020603050405020304" pitchFamily="18" charset="0"/>
                <a:sym typeface="+mn-ea"/>
              </a:rPr>
              <a:t>UMAR</a:t>
            </a:r>
            <a:r>
              <a:rPr lang="en-IN" b="1" dirty="0">
                <a:effectLst/>
                <a:latin typeface="Times New Roman" panose="02020603050405020304" pitchFamily="18" charset="0"/>
                <a:ea typeface="Calibri" panose="020F0502020204030204" charset="0"/>
                <a:cs typeface="Times New Roman" panose="02020603050405020304" pitchFamily="18" charset="0"/>
                <a:sym typeface="+mn-ea"/>
              </a:rPr>
              <a:t>, V. S., &amp; P</a:t>
            </a:r>
            <a:r>
              <a:rPr lang="en-US" altLang="en-IN" b="1" dirty="0">
                <a:effectLst/>
                <a:latin typeface="Times New Roman" panose="02020603050405020304" pitchFamily="18" charset="0"/>
                <a:ea typeface="Calibri" panose="020F0502020204030204" charset="0"/>
                <a:cs typeface="Times New Roman" panose="02020603050405020304" pitchFamily="18" charset="0"/>
                <a:sym typeface="+mn-ea"/>
              </a:rPr>
              <a:t>RADEEP</a:t>
            </a:r>
            <a:r>
              <a:rPr lang="en-IN" b="1" dirty="0">
                <a:effectLst/>
                <a:latin typeface="Times New Roman" panose="02020603050405020304" pitchFamily="18" charset="0"/>
                <a:ea typeface="Calibri" panose="020F0502020204030204" charset="0"/>
                <a:cs typeface="Times New Roman" panose="02020603050405020304" pitchFamily="18" charset="0"/>
                <a:sym typeface="+mn-ea"/>
              </a:rPr>
              <a:t>, S. (20</a:t>
            </a:r>
            <a:r>
              <a:rPr lang="en-US" altLang="en-IN" b="1" dirty="0">
                <a:effectLst/>
                <a:latin typeface="Times New Roman" panose="02020603050405020304" pitchFamily="18" charset="0"/>
                <a:ea typeface="Calibri" panose="020F0502020204030204" charset="0"/>
                <a:cs typeface="Times New Roman" panose="02020603050405020304" pitchFamily="18" charset="0"/>
                <a:sym typeface="+mn-ea"/>
              </a:rPr>
              <a:t>23</a:t>
            </a:r>
            <a:r>
              <a:rPr lang="en-IN" b="1" dirty="0">
                <a:effectLst/>
                <a:latin typeface="Times New Roman" panose="02020603050405020304" pitchFamily="18" charset="0"/>
                <a:ea typeface="Calibri" panose="020F0502020204030204" charset="0"/>
                <a:cs typeface="Times New Roman" panose="02020603050405020304" pitchFamily="18" charset="0"/>
                <a:sym typeface="+mn-ea"/>
              </a:rPr>
              <a:t>)</a:t>
            </a:r>
            <a:r>
              <a:rPr lang="en-US" altLang="en-IN" b="1" dirty="0">
                <a:effectLst/>
                <a:latin typeface="Times New Roman" panose="02020603050405020304" pitchFamily="18" charset="0"/>
                <a:ea typeface="Calibri" panose="020F0502020204030204" charset="0"/>
                <a:cs typeface="Times New Roman" panose="02020603050405020304" pitchFamily="18" charset="0"/>
                <a:sym typeface="+mn-ea"/>
              </a:rPr>
              <a:t>:</a:t>
            </a:r>
            <a:r>
              <a:rPr lang="en-IN" dirty="0">
                <a:effectLst/>
                <a:latin typeface="Times New Roman" panose="02020603050405020304" pitchFamily="18" charset="0"/>
                <a:ea typeface="Calibri" panose="020F0502020204030204" charset="0"/>
                <a:cs typeface="Times New Roman" panose="02020603050405020304" pitchFamily="18" charset="0"/>
                <a:sym typeface="+mn-ea"/>
              </a:rPr>
              <a:t> Classification of Sleep Disorders Using Machine Learning Algorithms. International Journal of Scientific Research in Computer Science, Engineering and Information Technology, 4(3), 2456-3307.</a:t>
            </a:r>
            <a:endParaRPr lang="en-IN" dirty="0">
              <a:effectLst/>
              <a:latin typeface="Times New Roman" panose="02020603050405020304" pitchFamily="18" charset="0"/>
              <a:ea typeface="Calibri" panose="020F0502020204030204" charset="0"/>
              <a:cs typeface="Times New Roman" panose="02020603050405020304" pitchFamily="18" charset="0"/>
            </a:endParaRPr>
          </a:p>
          <a:p>
            <a:pPr marL="342900" indent="-342900" algn="just">
              <a:lnSpc>
                <a:spcPct val="150000"/>
              </a:lnSpc>
              <a:buFont typeface="+mj-lt"/>
              <a:buAutoNum type="arabicPeriod"/>
            </a:pPr>
            <a:endParaRPr lang="en-US" dirty="0">
              <a:latin typeface="Times New Roman" panose="02020603050405020304" pitchFamily="18" charset="0"/>
              <a:cs typeface="Times New Roman" panose="02020603050405020304" pitchFamily="18" charset="0"/>
            </a:endParaRPr>
          </a:p>
        </p:txBody>
      </p:sp>
      <p:sp>
        <p:nvSpPr>
          <p:cNvPr id="3" name="Title 1"/>
          <p:cNvSpPr txBox="1"/>
          <p:nvPr/>
        </p:nvSpPr>
        <p:spPr>
          <a:xfrm>
            <a:off x="81280" y="77833"/>
            <a:ext cx="12029440" cy="705287"/>
          </a:xfrm>
          <a:prstGeom prst="rect">
            <a:avLst/>
          </a:prstGeom>
          <a:ln w="3175">
            <a:solidFill>
              <a:schemeClr val="accent1"/>
            </a:solidFill>
          </a:ln>
          <a:effectLst/>
        </p:spPr>
        <p:txBody>
          <a:bodyPr vert="horz" lIns="91440" tIns="45720" rIns="91440" bIns="45720" rtlCol="0" anchor="t" anchorCtr="0">
            <a:normAutofit/>
          </a:bodyPr>
          <a:lstStyle>
            <a:lvl1pPr marL="320040" indent="-320040" algn="r" defTabSz="914400" rtl="0" eaLnBrk="1" latinLnBrk="0" hangingPunct="1">
              <a:spcBef>
                <a:spcPct val="0"/>
              </a:spcBef>
              <a:buClr>
                <a:schemeClr val="accent6">
                  <a:lumMod val="75000"/>
                </a:schemeClr>
              </a:buClr>
              <a:buSzPct val="128000"/>
              <a:buFont typeface="Georgia" panose="02040502050405020303"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indent="0" algn="l">
              <a:buFont typeface="Georgia" panose="02040502050405020303" pitchFamily="18" charset="0"/>
              <a:buNone/>
            </a:pPr>
            <a:r>
              <a:rPr lang="en-US" sz="3200" dirty="0">
                <a:solidFill>
                  <a:srgbClr val="6666FF"/>
                </a:solidFill>
              </a:rPr>
              <a:t> </a:t>
            </a:r>
            <a:r>
              <a:rPr lang="en-US" sz="2800" dirty="0">
                <a:solidFill>
                  <a:schemeClr val="bg2">
                    <a:lumMod val="50000"/>
                  </a:schemeClr>
                </a:solidFill>
              </a:rPr>
              <a:t>REFERENCES</a:t>
            </a:r>
            <a:endParaRPr lang="en-IN" sz="3200" dirty="0">
              <a:solidFill>
                <a:schemeClr val="bg2">
                  <a:lumMod val="50000"/>
                </a:schemeClr>
              </a:solidFill>
            </a:endParaRPr>
          </a:p>
        </p:txBody>
      </p:sp>
    </p:spTree>
  </p:cSld>
  <p:clrMapOvr>
    <a:masterClrMapping/>
  </p:clrMapOvr>
  <p:transition spd="slow">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827998"/>
            <a:ext cx="12192000" cy="923330"/>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US" sz="5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Any Questions?</a:t>
            </a:r>
            <a:endParaRPr lang="en-US" sz="5400" b="1" cap="none" spc="0"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
        <p:nvSpPr>
          <p:cNvPr id="2" name="TextBox 1"/>
          <p:cNvSpPr txBox="1"/>
          <p:nvPr/>
        </p:nvSpPr>
        <p:spPr>
          <a:xfrm>
            <a:off x="47625" y="57530"/>
            <a:ext cx="12029440" cy="6721350"/>
          </a:xfrm>
          <a:prstGeom prst="rect">
            <a:avLst/>
          </a:prstGeom>
          <a:noFill/>
          <a:ln w="12700">
            <a:solidFill>
              <a:schemeClr val="accent1"/>
            </a:solidFill>
          </a:ln>
        </p:spPr>
        <p:txBody>
          <a:bodyPr wrap="square" rtlCol="0">
            <a:spAutoFit/>
          </a:bodyPr>
          <a:lstStyle/>
          <a:p>
            <a:endParaRPr lang="en-IN" dirty="0"/>
          </a:p>
        </p:txBody>
      </p:sp>
    </p:spTree>
  </p:cSld>
  <p:clrMapOvr>
    <a:masterClrMapping/>
  </p:clrMapOvr>
  <p:transition spd="slow">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657139" y="2707386"/>
            <a:ext cx="12192000" cy="923330"/>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r>
              <a:rPr lang="en-US" sz="5400" b="1" cap="none" spc="0" dirty="0">
                <a:ln w="11430"/>
                <a:solidFill>
                  <a:schemeClr val="bg2">
                    <a:lumMod val="50000"/>
                  </a:schemeClr>
                </a:solidFill>
                <a:effectLst>
                  <a:outerShdw blurRad="80000" dist="40000" dir="5040000" algn="tl">
                    <a:srgbClr val="000000">
                      <a:alpha val="30000"/>
                    </a:srgbClr>
                  </a:outerShdw>
                </a:effectLst>
              </a:rPr>
              <a:t>														</a:t>
            </a:r>
            <a:r>
              <a:rPr lang="en-US" sz="5400" b="1" dirty="0">
                <a:ln w="11430"/>
                <a:solidFill>
                  <a:schemeClr val="bg2">
                    <a:lumMod val="50000"/>
                  </a:schemeClr>
                </a:solidFill>
                <a:effectLst>
                  <a:outerShdw blurRad="80000" dist="40000" dir="5040000" algn="tl">
                    <a:srgbClr val="000000">
                      <a:alpha val="30000"/>
                    </a:srgbClr>
                  </a:outerShdw>
                </a:effectLst>
              </a:rPr>
              <a:t> </a:t>
            </a:r>
            <a:r>
              <a:rPr lang="en-US" sz="5400" b="1" cap="none" spc="0" dirty="0">
                <a:ln w="11430"/>
                <a:solidFill>
                  <a:schemeClr val="bg2">
                    <a:lumMod val="50000"/>
                  </a:schemeClr>
                </a:solidFill>
                <a:effectLst>
                  <a:outerShdw blurRad="80000" dist="40000" dir="5040000" algn="tl">
                    <a:srgbClr val="000000">
                      <a:alpha val="30000"/>
                    </a:srgbClr>
                  </a:outerShdw>
                </a:effectLst>
              </a:rPr>
              <a:t>Thanking You</a:t>
            </a:r>
            <a:endParaRPr lang="en-US" sz="5400" b="1" cap="none" spc="0" dirty="0">
              <a:ln w="11430"/>
              <a:solidFill>
                <a:schemeClr val="bg2">
                  <a:lumMod val="50000"/>
                </a:schemeClr>
              </a:solidFill>
              <a:effectLst>
                <a:outerShdw blurRad="80000" dist="40000" dir="5040000" algn="tl">
                  <a:srgbClr val="000000">
                    <a:alpha val="30000"/>
                  </a:srgbClr>
                </a:outerShdw>
              </a:effectLst>
            </a:endParaRPr>
          </a:p>
        </p:txBody>
      </p:sp>
      <p:sp>
        <p:nvSpPr>
          <p:cNvPr id="2" name="TextBox 1"/>
          <p:cNvSpPr txBox="1"/>
          <p:nvPr/>
        </p:nvSpPr>
        <p:spPr>
          <a:xfrm>
            <a:off x="355002" y="403422"/>
            <a:ext cx="11381591" cy="6051166"/>
          </a:xfrm>
          <a:prstGeom prst="rect">
            <a:avLst/>
          </a:prstGeom>
          <a:noFill/>
          <a:ln w="12700">
            <a:solidFill>
              <a:schemeClr val="accent1"/>
            </a:solidFill>
          </a:ln>
        </p:spPr>
        <p:txBody>
          <a:bodyPr wrap="square" rtlCol="0">
            <a:spAutoFit/>
          </a:bodyPr>
          <a:lstStyle/>
          <a:p>
            <a:endParaRPr lang="en-IN" dirty="0"/>
          </a:p>
        </p:txBody>
      </p:sp>
    </p:spTree>
  </p:cSld>
  <p:clrMapOvr>
    <a:masterClrMapping/>
  </p:clrMapOvr>
  <p:transition spd="slow">
    <p:fade/>
  </p:transition>
</p:sld>
</file>

<file path=ppt/tags/tag1.xml><?xml version="1.0" encoding="utf-8"?>
<p:tagLst xmlns:p="http://schemas.openxmlformats.org/presentationml/2006/main">
  <p:tag name="TABLE_ENDDRAG_ORIGIN_RECT" val="747*225"/>
  <p:tag name="TABLE_ENDDRAG_RECT" val="84*142*747*225"/>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image" Target="../media/image4.jpeg"/></Relationships>
</file>

<file path=ppt/theme/_rels/theme4.xml.rels><?xml version="1.0" encoding="UTF-8" standalone="yes"?>
<Relationships xmlns="http://schemas.openxmlformats.org/package/2006/relationships"><Relationship Id="rId1" Type="http://schemas.openxmlformats.org/officeDocument/2006/relationships/image" Target="../media/image6.jpeg"/></Relationships>
</file>

<file path=ppt/theme/theme1.xml><?xml version="1.0" encoding="utf-8"?>
<a:theme xmlns:a="http://schemas.openxmlformats.org/drawingml/2006/main" name="Metro">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Metro">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bg1">
                <a:shade val="100000"/>
                <a:satMod val="150000"/>
              </a:schemeClr>
            </a:gs>
            <a:gs pos="65000">
              <a:schemeClr val="bg1">
                <a:shade val="90000"/>
                <a:satMod val="375000"/>
              </a:schemeClr>
            </a:gs>
            <a:gs pos="100000">
              <a:schemeClr val="phClr">
                <a:tint val="88000"/>
                <a:satMod val="400000"/>
              </a:schemeClr>
            </a:gs>
          </a:gsLst>
          <a:lin ang="5400000" scaled="0"/>
        </a:gradFill>
        <a:blipFill>
          <a:blip xmlns:r="http://schemas.openxmlformats.org/officeDocument/2006/relationships" r:embed="rId1">
            <a:duotone>
              <a:schemeClr val="phClr">
                <a:shade val="40000"/>
                <a:satMod val="180000"/>
              </a:schemeClr>
              <a:schemeClr val="phClr">
                <a:tint val="90000"/>
                <a:satMod val="200000"/>
              </a:schemeClr>
            </a:duotone>
          </a:blip>
          <a:tile tx="0" ty="0" sx="80000" sy="8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Horizon">
  <a:themeElements>
    <a:clrScheme name="Horizon">
      <a:dk1>
        <a:srgbClr val="000000"/>
      </a:dk1>
      <a:lt1>
        <a:srgbClr val="FFFFFF"/>
      </a:lt1>
      <a:dk2>
        <a:srgbClr val="1F2123"/>
      </a:dk2>
      <a:lt2>
        <a:srgbClr val="DC9E1F"/>
      </a:lt2>
      <a:accent1>
        <a:srgbClr val="7E97AD"/>
      </a:accent1>
      <a:accent2>
        <a:srgbClr val="CC8E60"/>
      </a:accent2>
      <a:accent3>
        <a:srgbClr val="7A6A60"/>
      </a:accent3>
      <a:accent4>
        <a:srgbClr val="B4936D"/>
      </a:accent4>
      <a:accent5>
        <a:srgbClr val="67787B"/>
      </a:accent5>
      <a:accent6>
        <a:srgbClr val="9D936F"/>
      </a:accent6>
      <a:hlink>
        <a:srgbClr val="646464"/>
      </a:hlink>
      <a:folHlink>
        <a:srgbClr val="969696"/>
      </a:folHlink>
    </a:clrScheme>
    <a:fontScheme name="Horizon">
      <a:maj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Horizon">
      <a:fillStyleLst>
        <a:solidFill>
          <a:schemeClr val="phClr"/>
        </a:solidFill>
        <a:gradFill rotWithShape="1">
          <a:gsLst>
            <a:gs pos="0">
              <a:schemeClr val="phClr">
                <a:tint val="83000"/>
                <a:shade val="100000"/>
                <a:satMod val="100000"/>
              </a:schemeClr>
            </a:gs>
            <a:gs pos="100000">
              <a:schemeClr val="phClr">
                <a:tint val="61000"/>
                <a:alpha val="100000"/>
                <a:satMod val="200000"/>
              </a:schemeClr>
            </a:gs>
          </a:gsLst>
          <a:path path="circle">
            <a:fillToRect l="100000" t="100000" r="100000" b="100000"/>
          </a:path>
        </a:gradFill>
        <a:gradFill rotWithShape="1">
          <a:gsLst>
            <a:gs pos="0">
              <a:schemeClr val="phClr">
                <a:shade val="85000"/>
              </a:schemeClr>
            </a:gs>
            <a:gs pos="100000">
              <a:schemeClr val="phClr">
                <a:tint val="90000"/>
                <a:alpha val="100000"/>
                <a:satMod val="20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2924" dir="5400000" rotWithShape="0">
              <a:srgbClr val="000000">
                <a:alpha val="40000"/>
              </a:srgbClr>
            </a:outerShdw>
          </a:effectLst>
        </a:effectStyle>
        <a:effectStyle>
          <a:effectLst>
            <a:outerShdw blurRad="50800" dist="25400" dir="5400000" rotWithShape="0">
              <a:srgbClr val="000000">
                <a:alpha val="40000"/>
              </a:srgbClr>
            </a:outerShdw>
          </a:effectLst>
          <a:scene3d>
            <a:camera prst="orthographicFront">
              <a:rot lat="0" lon="0" rev="0"/>
            </a:camera>
            <a:lightRig rig="flat" dir="t">
              <a:rot lat="0" lon="0" rev="3600000"/>
            </a:lightRig>
          </a:scene3d>
          <a:sp3d prstMaterial="flat">
            <a:bevelT w="34925" h="47625" prst="coolSlant"/>
          </a:sp3d>
        </a:effectStyle>
      </a:effectStyleLst>
      <a:bgFillStyleLst>
        <a:solidFill>
          <a:schemeClr val="phClr"/>
        </a:solidFill>
        <a:gradFill rotWithShape="1">
          <a:gsLst>
            <a:gs pos="0">
              <a:schemeClr val="phClr">
                <a:tint val="96000"/>
                <a:shade val="100000"/>
                <a:alpha val="100000"/>
                <a:satMod val="140000"/>
              </a:schemeClr>
            </a:gs>
            <a:gs pos="31000">
              <a:schemeClr val="phClr">
                <a:tint val="100000"/>
                <a:shade val="90000"/>
                <a:alpha val="100000"/>
              </a:schemeClr>
            </a:gs>
            <a:gs pos="100000">
              <a:schemeClr val="phClr">
                <a:tint val="100000"/>
                <a:shade val="80000"/>
                <a:alpha val="100000"/>
              </a:schemeClr>
            </a:gs>
          </a:gsLst>
          <a:lin ang="5400000" scaled="0"/>
        </a:gradFill>
        <a:gradFill rotWithShape="1">
          <a:gsLst>
            <a:gs pos="0">
              <a:schemeClr val="phClr">
                <a:tint val="96000"/>
                <a:shade val="100000"/>
                <a:alpha val="100000"/>
                <a:satMod val="180000"/>
              </a:schemeClr>
            </a:gs>
            <a:gs pos="41000">
              <a:schemeClr val="phClr">
                <a:tint val="100000"/>
                <a:shade val="100000"/>
                <a:alpha val="100000"/>
                <a:satMod val="150000"/>
              </a:schemeClr>
            </a:gs>
            <a:gs pos="100000">
              <a:schemeClr val="phClr">
                <a:tint val="100000"/>
                <a:shade val="65000"/>
                <a:alpha val="100000"/>
              </a:schemeClr>
            </a:gs>
          </a:gsLst>
          <a:path path="circle">
            <a:fillToRect l="50000" t="8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Waveform">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Slipstream">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Slipstream">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ipstream">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AITS</Template>
  <TotalTime>0</TotalTime>
  <Words>13665</Words>
  <Application>WPS Presentation</Application>
  <PresentationFormat>Widescreen</PresentationFormat>
  <Paragraphs>377</Paragraphs>
  <Slides>45</Slides>
  <Notes>0</Notes>
  <HiddenSlides>0</HiddenSlides>
  <MMClips>0</MMClips>
  <ScaleCrop>false</ScaleCrop>
  <HeadingPairs>
    <vt:vector size="6" baseType="variant">
      <vt:variant>
        <vt:lpstr>已用的字体</vt:lpstr>
      </vt:variant>
      <vt:variant>
        <vt:i4>17</vt:i4>
      </vt:variant>
      <vt:variant>
        <vt:lpstr>主题</vt:lpstr>
      </vt:variant>
      <vt:variant>
        <vt:i4>5</vt:i4>
      </vt:variant>
      <vt:variant>
        <vt:lpstr>幻灯片标题</vt:lpstr>
      </vt:variant>
      <vt:variant>
        <vt:i4>45</vt:i4>
      </vt:variant>
    </vt:vector>
  </HeadingPairs>
  <TitlesOfParts>
    <vt:vector size="67" baseType="lpstr">
      <vt:lpstr>Arial</vt:lpstr>
      <vt:lpstr>SimSun</vt:lpstr>
      <vt:lpstr>Wingdings</vt:lpstr>
      <vt:lpstr>Wingdings</vt:lpstr>
      <vt:lpstr>Wingdings 2</vt:lpstr>
      <vt:lpstr>Wingdings 3</vt:lpstr>
      <vt:lpstr>Symbol</vt:lpstr>
      <vt:lpstr>Georgia</vt:lpstr>
      <vt:lpstr>Algerian</vt:lpstr>
      <vt:lpstr>Tahoma</vt:lpstr>
      <vt:lpstr>Times New Roman</vt:lpstr>
      <vt:lpstr>Trebuchet MS</vt:lpstr>
      <vt:lpstr>Microsoft YaHei</vt:lpstr>
      <vt:lpstr>Arial Unicode MS</vt:lpstr>
      <vt:lpstr>Calibri</vt:lpstr>
      <vt:lpstr>Kozuka Mincho Pr6N B</vt:lpstr>
      <vt:lpstr>Yu Gothic UI Semibold</vt:lpstr>
      <vt:lpstr>Metro</vt:lpstr>
      <vt:lpstr>Horizon</vt:lpstr>
      <vt:lpstr>Civic</vt:lpstr>
      <vt:lpstr>Waveform</vt:lpstr>
      <vt:lpstr>Slipstream</vt:lpstr>
      <vt:lpstr> ANNAMACHARYA INSTITUTE OF TECHNOLOGY AND SCIENCES::TIRUPATHI (AUTONOMOUS)  DEPARTMENT OF ARTIFICIAL INTELLIGENCE (AIDS &amp; AIML) A.Y.: 2024-2025 THIRD REVIEW [Academic year: 2024-25  *  Batch: 2021-25] </vt:lpstr>
      <vt:lpstr>	PROJECT TITLE</vt:lpstr>
      <vt:lpstr> ABSTRACT</vt:lpstr>
      <vt:lpstr>PowerPoint 演示文稿</vt:lpstr>
      <vt:lpstr> RELATED WORKS (EXISTING)</vt:lpstr>
      <vt:lpstr> RELATED WORKS (EXISTING)   Continue… </vt:lpstr>
      <vt:lpstr>PowerPoint 演示文稿</vt:lpstr>
      <vt:lpstr>PowerPoint 演示文稿</vt:lpstr>
      <vt:lpstr>ANALYSIS AND DESIGN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sasi kumar</dc:creator>
  <cp:lastModifiedBy>Pavan Kumar Reddy</cp:lastModifiedBy>
  <cp:revision>165</cp:revision>
  <dcterms:created xsi:type="dcterms:W3CDTF">2021-12-20T13:54:00Z</dcterms:created>
  <dcterms:modified xsi:type="dcterms:W3CDTF">2025-04-08T15:45:51Z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7902F71D8F444411BAB8C33E06B5D4D7_13</vt:lpwstr>
  </property>
  <property fmtid="{D5CDD505-2E9C-101B-9397-08002B2CF9AE}" pid="3" name="KSOProductBuildVer">
    <vt:lpwstr>1033-12.2.0.20348</vt:lpwstr>
  </property>
</Properties>
</file>